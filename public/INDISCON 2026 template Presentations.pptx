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7" r:id="rId1"/>
  </p:sldMasterIdLst>
  <p:notesMasterIdLst>
    <p:notesMasterId r:id="rId14"/>
  </p:notesMasterIdLst>
  <p:handoutMasterIdLst>
    <p:handoutMasterId r:id="rId15"/>
  </p:handoutMasterIdLst>
  <p:sldIdLst>
    <p:sldId id="272" r:id="rId2"/>
    <p:sldId id="270" r:id="rId3"/>
    <p:sldId id="271" r:id="rId4"/>
    <p:sldId id="273" r:id="rId5"/>
    <p:sldId id="276" r:id="rId6"/>
    <p:sldId id="277" r:id="rId7"/>
    <p:sldId id="278" r:id="rId8"/>
    <p:sldId id="279" r:id="rId9"/>
    <p:sldId id="281" r:id="rId10"/>
    <p:sldId id="282" r:id="rId11"/>
    <p:sldId id="283"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BE45F3-8A73-42EA-91F1-49079367549F}" v="1" dt="2025-12-07T13:10:16.0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9" d="100"/>
          <a:sy n="59" d="100"/>
        </p:scale>
        <p:origin x="964" y="48"/>
      </p:cViewPr>
      <p:guideLst/>
    </p:cSldViewPr>
  </p:slideViewPr>
  <p:notesTextViewPr>
    <p:cViewPr>
      <p:scale>
        <a:sx n="1" d="1"/>
        <a:sy n="1" d="1"/>
      </p:scale>
      <p:origin x="0" y="0"/>
    </p:cViewPr>
  </p:notesTextViewPr>
  <p:notesViewPr>
    <p:cSldViewPr snapToGrid="0">
      <p:cViewPr varScale="1">
        <p:scale>
          <a:sx n="45" d="100"/>
          <a:sy n="45" d="100"/>
        </p:scale>
        <p:origin x="2828"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rka Prokash Mazumdar" userId="288b445b50985594" providerId="LiveId" clId="{4FBE45F3-8A73-42EA-91F1-49079367549F}"/>
    <pc:docChg chg="custSel modSld">
      <pc:chgData name="Dr. Arka Prokash Mazumdar" userId="288b445b50985594" providerId="LiveId" clId="{4FBE45F3-8A73-42EA-91F1-49079367549F}" dt="2025-12-07T13:11:41.212" v="8" actId="478"/>
      <pc:docMkLst>
        <pc:docMk/>
      </pc:docMkLst>
      <pc:sldChg chg="addSp delSp modSp mod">
        <pc:chgData name="Dr. Arka Prokash Mazumdar" userId="288b445b50985594" providerId="LiveId" clId="{4FBE45F3-8A73-42EA-91F1-49079367549F}" dt="2025-12-07T13:10:16.033" v="4"/>
        <pc:sldMkLst>
          <pc:docMk/>
          <pc:sldMk cId="2975417252" sldId="256"/>
        </pc:sldMkLst>
        <pc:spChg chg="del">
          <ac:chgData name="Dr. Arka Prokash Mazumdar" userId="288b445b50985594" providerId="LiveId" clId="{4FBE45F3-8A73-42EA-91F1-49079367549F}" dt="2025-12-07T13:09:48.622" v="1" actId="478"/>
          <ac:spMkLst>
            <pc:docMk/>
            <pc:sldMk cId="2975417252" sldId="256"/>
            <ac:spMk id="2" creationId="{95420DBD-097D-B202-2A68-6862C6BCE7D7}"/>
          </ac:spMkLst>
        </pc:spChg>
        <pc:spChg chg="del">
          <ac:chgData name="Dr. Arka Prokash Mazumdar" userId="288b445b50985594" providerId="LiveId" clId="{4FBE45F3-8A73-42EA-91F1-49079367549F}" dt="2025-12-07T13:09:48.622" v="1" actId="478"/>
          <ac:spMkLst>
            <pc:docMk/>
            <pc:sldMk cId="2975417252" sldId="256"/>
            <ac:spMk id="3" creationId="{CB8E8B50-378F-EFFF-E2CF-ADF4530DD49E}"/>
          </ac:spMkLst>
        </pc:spChg>
        <pc:spChg chg="add del mod">
          <ac:chgData name="Dr. Arka Prokash Mazumdar" userId="288b445b50985594" providerId="LiveId" clId="{4FBE45F3-8A73-42EA-91F1-49079367549F}" dt="2025-12-07T13:10:13.749" v="3" actId="478"/>
          <ac:spMkLst>
            <pc:docMk/>
            <pc:sldMk cId="2975417252" sldId="256"/>
            <ac:spMk id="6" creationId="{CBE37766-9B13-B13F-1874-B3433E57144A}"/>
          </ac:spMkLst>
        </pc:spChg>
        <pc:spChg chg="add del mod">
          <ac:chgData name="Dr. Arka Prokash Mazumdar" userId="288b445b50985594" providerId="LiveId" clId="{4FBE45F3-8A73-42EA-91F1-49079367549F}" dt="2025-12-07T13:10:11.276" v="2" actId="478"/>
          <ac:spMkLst>
            <pc:docMk/>
            <pc:sldMk cId="2975417252" sldId="256"/>
            <ac:spMk id="8" creationId="{38DA82A1-0281-1B79-8E13-799E8021B2A2}"/>
          </ac:spMkLst>
        </pc:spChg>
        <pc:spChg chg="add mod">
          <ac:chgData name="Dr. Arka Prokash Mazumdar" userId="288b445b50985594" providerId="LiveId" clId="{4FBE45F3-8A73-42EA-91F1-49079367549F}" dt="2025-12-07T13:10:16.033" v="4"/>
          <ac:spMkLst>
            <pc:docMk/>
            <pc:sldMk cId="2975417252" sldId="256"/>
            <ac:spMk id="9" creationId="{34050E5F-B0C3-8B47-EF38-E60E0F1499B7}"/>
          </ac:spMkLst>
        </pc:spChg>
        <pc:spChg chg="add mod">
          <ac:chgData name="Dr. Arka Prokash Mazumdar" userId="288b445b50985594" providerId="LiveId" clId="{4FBE45F3-8A73-42EA-91F1-49079367549F}" dt="2025-12-07T13:10:16.033" v="4"/>
          <ac:spMkLst>
            <pc:docMk/>
            <pc:sldMk cId="2975417252" sldId="256"/>
            <ac:spMk id="10" creationId="{17EEC8EC-3A79-4CA4-AB74-D3DCE23ADEA7}"/>
          </ac:spMkLst>
        </pc:spChg>
        <pc:spChg chg="add mod">
          <ac:chgData name="Dr. Arka Prokash Mazumdar" userId="288b445b50985594" providerId="LiveId" clId="{4FBE45F3-8A73-42EA-91F1-49079367549F}" dt="2025-12-07T13:10:16.033" v="4"/>
          <ac:spMkLst>
            <pc:docMk/>
            <pc:sldMk cId="2975417252" sldId="256"/>
            <ac:spMk id="11" creationId="{CF4E6B2B-F3BD-AC37-51E8-266558F41E73}"/>
          </ac:spMkLst>
        </pc:spChg>
      </pc:sldChg>
      <pc:sldChg chg="delSp mod">
        <pc:chgData name="Dr. Arka Prokash Mazumdar" userId="288b445b50985594" providerId="LiveId" clId="{4FBE45F3-8A73-42EA-91F1-49079367549F}" dt="2025-12-07T13:11:41.212" v="8" actId="478"/>
        <pc:sldMkLst>
          <pc:docMk/>
          <pc:sldMk cId="2964387927" sldId="271"/>
        </pc:sldMkLst>
        <pc:picChg chg="del">
          <ac:chgData name="Dr. Arka Prokash Mazumdar" userId="288b445b50985594" providerId="LiveId" clId="{4FBE45F3-8A73-42EA-91F1-49079367549F}" dt="2025-12-07T13:11:41.212" v="8" actId="478"/>
          <ac:picMkLst>
            <pc:docMk/>
            <pc:sldMk cId="2964387927" sldId="271"/>
            <ac:picMk id="5" creationId="{6205D27C-04C2-858C-4233-7EDDB6645E03}"/>
          </ac:picMkLst>
        </pc:picChg>
      </pc:sldChg>
      <pc:sldChg chg="modSp mod">
        <pc:chgData name="Dr. Arka Prokash Mazumdar" userId="288b445b50985594" providerId="LiveId" clId="{4FBE45F3-8A73-42EA-91F1-49079367549F}" dt="2025-12-07T13:11:27.173" v="7" actId="20577"/>
        <pc:sldMkLst>
          <pc:docMk/>
          <pc:sldMk cId="3314365500" sldId="276"/>
        </pc:sldMkLst>
        <pc:spChg chg="mod">
          <ac:chgData name="Dr. Arka Prokash Mazumdar" userId="288b445b50985594" providerId="LiveId" clId="{4FBE45F3-8A73-42EA-91F1-49079367549F}" dt="2025-12-07T13:11:27.173" v="7" actId="20577"/>
          <ac:spMkLst>
            <pc:docMk/>
            <pc:sldMk cId="3314365500" sldId="276"/>
            <ac:spMk id="8" creationId="{9DA345C3-3963-40FA-AFCA-EB6CD9305DDE}"/>
          </ac:spMkLst>
        </pc:spChg>
      </pc:sldChg>
      <pc:sldChg chg="addSp delSp modSp mod chgLayout">
        <pc:chgData name="Dr. Arka Prokash Mazumdar" userId="288b445b50985594" providerId="LiveId" clId="{4FBE45F3-8A73-42EA-91F1-49079367549F}" dt="2025-12-07T13:08:40.373" v="0" actId="6264"/>
        <pc:sldMkLst>
          <pc:docMk/>
          <pc:sldMk cId="3425514962" sldId="278"/>
        </pc:sldMkLst>
        <pc:spChg chg="mod ord">
          <ac:chgData name="Dr. Arka Prokash Mazumdar" userId="288b445b50985594" providerId="LiveId" clId="{4FBE45F3-8A73-42EA-91F1-49079367549F}" dt="2025-12-07T13:08:40.373" v="0" actId="6264"/>
          <ac:spMkLst>
            <pc:docMk/>
            <pc:sldMk cId="3425514962" sldId="278"/>
            <ac:spMk id="2" creationId="{A8A29281-7A8D-64BA-E58D-C598543CD5F4}"/>
          </ac:spMkLst>
        </pc:spChg>
        <pc:spChg chg="mod ord">
          <ac:chgData name="Dr. Arka Prokash Mazumdar" userId="288b445b50985594" providerId="LiveId" clId="{4FBE45F3-8A73-42EA-91F1-49079367549F}" dt="2025-12-07T13:08:40.373" v="0" actId="6264"/>
          <ac:spMkLst>
            <pc:docMk/>
            <pc:sldMk cId="3425514962" sldId="278"/>
            <ac:spMk id="3" creationId="{CA265F26-E0B2-CB29-CA99-30A69F5762B0}"/>
          </ac:spMkLst>
        </pc:spChg>
        <pc:spChg chg="mod ord">
          <ac:chgData name="Dr. Arka Prokash Mazumdar" userId="288b445b50985594" providerId="LiveId" clId="{4FBE45F3-8A73-42EA-91F1-49079367549F}" dt="2025-12-07T13:08:40.373" v="0" actId="6264"/>
          <ac:spMkLst>
            <pc:docMk/>
            <pc:sldMk cId="3425514962" sldId="278"/>
            <ac:spMk id="4" creationId="{E38CD1D0-7967-E56E-1116-A8EC820784EF}"/>
          </ac:spMkLst>
        </pc:spChg>
        <pc:spChg chg="add del mod">
          <ac:chgData name="Dr. Arka Prokash Mazumdar" userId="288b445b50985594" providerId="LiveId" clId="{4FBE45F3-8A73-42EA-91F1-49079367549F}" dt="2025-12-07T13:08:40.373" v="0" actId="6264"/>
          <ac:spMkLst>
            <pc:docMk/>
            <pc:sldMk cId="3425514962" sldId="278"/>
            <ac:spMk id="6" creationId="{B39713BE-23FF-3414-4602-B3F6180C34B9}"/>
          </ac:spMkLst>
        </pc:spChg>
        <pc:spChg chg="add del mod">
          <ac:chgData name="Dr. Arka Prokash Mazumdar" userId="288b445b50985594" providerId="LiveId" clId="{4FBE45F3-8A73-42EA-91F1-49079367549F}" dt="2025-12-07T13:08:40.373" v="0" actId="6264"/>
          <ac:spMkLst>
            <pc:docMk/>
            <pc:sldMk cId="3425514962" sldId="278"/>
            <ac:spMk id="7" creationId="{3C5F33C2-FB34-ED87-49EE-344BDC00BAF3}"/>
          </ac:spMkLst>
        </pc:spChg>
        <pc:spChg chg="add del mod">
          <ac:chgData name="Dr. Arka Prokash Mazumdar" userId="288b445b50985594" providerId="LiveId" clId="{4FBE45F3-8A73-42EA-91F1-49079367549F}" dt="2025-12-07T13:08:40.373" v="0" actId="6264"/>
          <ac:spMkLst>
            <pc:docMk/>
            <pc:sldMk cId="3425514962" sldId="278"/>
            <ac:spMk id="8" creationId="{16F191E0-E9BC-204B-92BF-D06D7AA3A20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4E390A-2A64-5C25-0B3A-D45CC1AAFA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50EA16-75B0-73E5-0095-0E68D21359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5AB86D-A3EB-42BB-8284-3C7F604FDF69}" type="datetimeFigureOut">
              <a:rPr lang="en-IN" smtClean="0"/>
              <a:t>04-09-2026</a:t>
            </a:fld>
            <a:endParaRPr lang="en-IN"/>
          </a:p>
        </p:txBody>
      </p:sp>
      <p:sp>
        <p:nvSpPr>
          <p:cNvPr id="4" name="Footer Placeholder 3">
            <a:extLst>
              <a:ext uri="{FF2B5EF4-FFF2-40B4-BE49-F238E27FC236}">
                <a16:creationId xmlns:a16="http://schemas.microsoft.com/office/drawing/2014/main" id="{D158AF88-7ECE-BDAE-0FD4-A9E1F083C8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177F54-0F50-F927-6EFB-8F82ACCD50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A207BB-F9B6-4615-89A4-6B85D86FE35A}" type="slidenum">
              <a:rPr lang="en-IN" smtClean="0"/>
              <a:t>‹#›</a:t>
            </a:fld>
            <a:endParaRPr lang="en-IN"/>
          </a:p>
        </p:txBody>
      </p:sp>
    </p:spTree>
    <p:extLst>
      <p:ext uri="{BB962C8B-B14F-4D97-AF65-F5344CB8AC3E}">
        <p14:creationId xmlns:p14="http://schemas.microsoft.com/office/powerpoint/2010/main" val="180043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1D87B4-55DB-4F12-9DB5-130694C7366B}" type="datetimeFigureOut">
              <a:rPr lang="en-IN" smtClean="0"/>
              <a:t>04-09-2026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339DB-8D59-49C5-9D2E-1F4934FBF678}" type="slidenum">
              <a:rPr lang="en-IN" smtClean="0"/>
              <a:t>‹#›</a:t>
            </a:fld>
            <a:endParaRPr lang="en-IN"/>
          </a:p>
        </p:txBody>
      </p:sp>
    </p:spTree>
    <p:extLst>
      <p:ext uri="{BB962C8B-B14F-4D97-AF65-F5344CB8AC3E}">
        <p14:creationId xmlns:p14="http://schemas.microsoft.com/office/powerpoint/2010/main" val="329954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 name="Google Shape;101;p2">
            <a:extLst>
              <a:ext uri="{FF2B5EF4-FFF2-40B4-BE49-F238E27FC236}">
                <a16:creationId xmlns:a16="http://schemas.microsoft.com/office/drawing/2014/main" id="{342A8D99-48EE-37BB-AF03-D82CA00B3256}"/>
              </a:ext>
            </a:extLst>
          </p:cNvPr>
          <p:cNvGrpSpPr/>
          <p:nvPr/>
        </p:nvGrpSpPr>
        <p:grpSpPr>
          <a:xfrm>
            <a:off x="0" y="6354000"/>
            <a:ext cx="12192000" cy="508627"/>
            <a:chOff x="0" y="6354000"/>
            <a:chExt cx="12192000" cy="508627"/>
          </a:xfrm>
        </p:grpSpPr>
        <p:sp>
          <p:nvSpPr>
            <p:cNvPr id="11" name="Google Shape;102;p2">
              <a:extLst>
                <a:ext uri="{FF2B5EF4-FFF2-40B4-BE49-F238E27FC236}">
                  <a16:creationId xmlns:a16="http://schemas.microsoft.com/office/drawing/2014/main" id="{00183A9F-36E0-5602-4856-658B51BF2AE3}"/>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03;p2">
              <a:extLst>
                <a:ext uri="{FF2B5EF4-FFF2-40B4-BE49-F238E27FC236}">
                  <a16:creationId xmlns:a16="http://schemas.microsoft.com/office/drawing/2014/main" id="{2DDAC8B6-7DBA-8A7C-08B4-C4D990D6A4EE}"/>
                </a:ext>
              </a:extLst>
            </p:cNvPr>
            <p:cNvSpPr/>
            <p:nvPr/>
          </p:nvSpPr>
          <p:spPr>
            <a:xfrm>
              <a:off x="0" y="6498000"/>
              <a:ext cx="12192000" cy="360000"/>
            </a:xfrm>
            <a:prstGeom prst="rect">
              <a:avLst/>
            </a:prstGeom>
            <a:solidFill>
              <a:srgbClr val="1915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19169B"/>
                </a:solidFill>
                <a:latin typeface="Calibri"/>
                <a:ea typeface="Calibri"/>
                <a:cs typeface="Calibri"/>
                <a:sym typeface="Calibri"/>
              </a:endParaRPr>
            </a:p>
          </p:txBody>
        </p:sp>
        <p:sp>
          <p:nvSpPr>
            <p:cNvPr id="13" name="Google Shape;104;p2">
              <a:extLst>
                <a:ext uri="{FF2B5EF4-FFF2-40B4-BE49-F238E27FC236}">
                  <a16:creationId xmlns:a16="http://schemas.microsoft.com/office/drawing/2014/main" id="{9B21436E-AA1C-F912-5A80-CD450246C436}"/>
                </a:ext>
              </a:extLst>
            </p:cNvPr>
            <p:cNvSpPr/>
            <p:nvPr userDrawn="1"/>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05;p2">
              <a:extLst>
                <a:ext uri="{FF2B5EF4-FFF2-40B4-BE49-F238E27FC236}">
                  <a16:creationId xmlns:a16="http://schemas.microsoft.com/office/drawing/2014/main" id="{28B2E36E-219A-694F-9E0F-F9475CEAD485}"/>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grpSp>
      <p:sp>
        <p:nvSpPr>
          <p:cNvPr id="4" name="Footer Placeholder 4">
            <a:extLst>
              <a:ext uri="{FF2B5EF4-FFF2-40B4-BE49-F238E27FC236}">
                <a16:creationId xmlns:a16="http://schemas.microsoft.com/office/drawing/2014/main" id="{C6DCB960-727B-5D41-83E7-F6272B5969D3}"/>
              </a:ext>
            </a:extLst>
          </p:cNvPr>
          <p:cNvSpPr>
            <a:spLocks noGrp="1"/>
          </p:cNvSpPr>
          <p:nvPr>
            <p:ph type="ftr" sz="quarter" idx="3"/>
          </p:nvPr>
        </p:nvSpPr>
        <p:spPr>
          <a:xfrm>
            <a:off x="997998" y="6521260"/>
            <a:ext cx="9555672" cy="365125"/>
          </a:xfrm>
          <a:prstGeom prst="rect">
            <a:avLst/>
          </a:prstGeom>
        </p:spPr>
        <p:txBody>
          <a:bodyPr/>
          <a:lstStyle>
            <a:lvl1pPr>
              <a:defRPr b="1">
                <a:solidFill>
                  <a:schemeClr val="bg1"/>
                </a:solidFill>
              </a:defRPr>
            </a:lvl1pPr>
          </a:lstStyle>
          <a:p>
            <a:r>
              <a:rPr lang="en-US" dirty="0"/>
              <a:t>7th IEEE International Conference INDISCON 2026 , 11th – 13th September  2026 | MNIT Jaipur</a:t>
            </a:r>
            <a:endParaRPr lang="en-IN" dirty="0"/>
          </a:p>
        </p:txBody>
      </p:sp>
      <p:sp>
        <p:nvSpPr>
          <p:cNvPr id="5" name="Slide Number Placeholder 5">
            <a:extLst>
              <a:ext uri="{FF2B5EF4-FFF2-40B4-BE49-F238E27FC236}">
                <a16:creationId xmlns:a16="http://schemas.microsoft.com/office/drawing/2014/main" id="{FDB11D47-9AEC-1C29-DFAF-5D44A1DB37D6}"/>
              </a:ext>
            </a:extLst>
          </p:cNvPr>
          <p:cNvSpPr>
            <a:spLocks noGrp="1"/>
          </p:cNvSpPr>
          <p:nvPr>
            <p:ph type="sldNum" sz="quarter" idx="4"/>
          </p:nvPr>
        </p:nvSpPr>
        <p:spPr>
          <a:xfrm>
            <a:off x="10875144" y="6478867"/>
            <a:ext cx="854537" cy="365125"/>
          </a:xfrm>
          <a:prstGeom prst="rect">
            <a:avLst/>
          </a:prstGeom>
        </p:spPr>
        <p:txBody>
          <a:bodyPr/>
          <a:lstStyle>
            <a:lvl1pPr algn="r">
              <a:defRPr b="1">
                <a:solidFill>
                  <a:schemeClr val="bg1"/>
                </a:solidFill>
              </a:defRPr>
            </a:lvl1pPr>
          </a:lstStyle>
          <a:p>
            <a:pPr algn="r"/>
            <a:endParaRPr lang="en-IN" dirty="0"/>
          </a:p>
        </p:txBody>
      </p:sp>
    </p:spTree>
    <p:extLst>
      <p:ext uri="{BB962C8B-B14F-4D97-AF65-F5344CB8AC3E}">
        <p14:creationId xmlns:p14="http://schemas.microsoft.com/office/powerpoint/2010/main" val="3955320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D062ECB-67B1-079C-5CD8-FEE74C4A8794}"/>
              </a:ext>
            </a:extLst>
          </p:cNvPr>
          <p:cNvGrpSpPr/>
          <p:nvPr userDrawn="1"/>
        </p:nvGrpSpPr>
        <p:grpSpPr>
          <a:xfrm>
            <a:off x="0" y="4904207"/>
            <a:ext cx="12192000" cy="1958420"/>
            <a:chOff x="0" y="4904207"/>
            <a:chExt cx="12192000" cy="1958420"/>
          </a:xfrm>
        </p:grpSpPr>
        <p:grpSp>
          <p:nvGrpSpPr>
            <p:cNvPr id="9" name="Google Shape;101;p2">
              <a:extLst>
                <a:ext uri="{FF2B5EF4-FFF2-40B4-BE49-F238E27FC236}">
                  <a16:creationId xmlns:a16="http://schemas.microsoft.com/office/drawing/2014/main" id="{6F118130-E231-CEB0-D268-DC268DFE3A1D}"/>
                </a:ext>
              </a:extLst>
            </p:cNvPr>
            <p:cNvGrpSpPr/>
            <p:nvPr/>
          </p:nvGrpSpPr>
          <p:grpSpPr>
            <a:xfrm>
              <a:off x="0" y="6354000"/>
              <a:ext cx="12192000" cy="508627"/>
              <a:chOff x="0" y="6354000"/>
              <a:chExt cx="12192000" cy="508627"/>
            </a:xfrm>
          </p:grpSpPr>
          <p:sp>
            <p:nvSpPr>
              <p:cNvPr id="12" name="Google Shape;102;p2">
                <a:extLst>
                  <a:ext uri="{FF2B5EF4-FFF2-40B4-BE49-F238E27FC236}">
                    <a16:creationId xmlns:a16="http://schemas.microsoft.com/office/drawing/2014/main" id="{DDE16A37-4D00-7865-4B64-4438727BD964}"/>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03;p2">
                <a:extLst>
                  <a:ext uri="{FF2B5EF4-FFF2-40B4-BE49-F238E27FC236}">
                    <a16:creationId xmlns:a16="http://schemas.microsoft.com/office/drawing/2014/main" id="{11D465BA-39C4-85CF-8699-D7E3D562DDDA}"/>
                  </a:ext>
                </a:extLst>
              </p:cNvPr>
              <p:cNvSpPr/>
              <p:nvPr/>
            </p:nvSpPr>
            <p:spPr>
              <a:xfrm>
                <a:off x="0" y="6498000"/>
                <a:ext cx="12192000" cy="360000"/>
              </a:xfrm>
              <a:prstGeom prst="rect">
                <a:avLst/>
              </a:prstGeom>
              <a:solidFill>
                <a:srgbClr val="1915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19169B"/>
                  </a:solidFill>
                  <a:latin typeface="Calibri"/>
                  <a:ea typeface="Calibri"/>
                  <a:cs typeface="Calibri"/>
                  <a:sym typeface="Calibri"/>
                </a:endParaRPr>
              </a:p>
            </p:txBody>
          </p:sp>
          <p:sp>
            <p:nvSpPr>
              <p:cNvPr id="14" name="Google Shape;104;p2">
                <a:extLst>
                  <a:ext uri="{FF2B5EF4-FFF2-40B4-BE49-F238E27FC236}">
                    <a16:creationId xmlns:a16="http://schemas.microsoft.com/office/drawing/2014/main" id="{2207BDD8-866B-4D79-FDFE-6EFBA0C2D149}"/>
                  </a:ext>
                </a:extLst>
              </p:cNvPr>
              <p:cNvSpPr/>
              <p:nvPr/>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05;p2">
                <a:extLst>
                  <a:ext uri="{FF2B5EF4-FFF2-40B4-BE49-F238E27FC236}">
                    <a16:creationId xmlns:a16="http://schemas.microsoft.com/office/drawing/2014/main" id="{0E2E3980-9FBC-25F2-9B25-D13075174CF5}"/>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grpSp>
        <p:pic>
          <p:nvPicPr>
            <p:cNvPr id="10" name="Google Shape;107;p2">
              <a:extLst>
                <a:ext uri="{FF2B5EF4-FFF2-40B4-BE49-F238E27FC236}">
                  <a16:creationId xmlns:a16="http://schemas.microsoft.com/office/drawing/2014/main" id="{A3E85121-40EF-20B8-F291-7B351A622F03}"/>
                </a:ext>
              </a:extLst>
            </p:cNvPr>
            <p:cNvPicPr preferRelativeResize="0"/>
            <p:nvPr/>
          </p:nvPicPr>
          <p:blipFill rotWithShape="1">
            <a:blip r:embed="rId2">
              <a:alphaModFix/>
            </a:blip>
            <a:srcRect r="15782"/>
            <a:stretch/>
          </p:blipFill>
          <p:spPr>
            <a:xfrm>
              <a:off x="9094122" y="4904207"/>
              <a:ext cx="3096000" cy="1938696"/>
            </a:xfrm>
            <a:prstGeom prst="rect">
              <a:avLst/>
            </a:prstGeom>
            <a:noFill/>
            <a:ln>
              <a:noFill/>
            </a:ln>
          </p:spPr>
        </p:pic>
      </p:grpSp>
      <p:sp>
        <p:nvSpPr>
          <p:cNvPr id="3" name="Content Placeholder 2">
            <a:extLst>
              <a:ext uri="{FF2B5EF4-FFF2-40B4-BE49-F238E27FC236}">
                <a16:creationId xmlns:a16="http://schemas.microsoft.com/office/drawing/2014/main" id="{CA2F69D2-7493-04D4-8D06-FCAB2874F23A}"/>
              </a:ext>
            </a:extLst>
          </p:cNvPr>
          <p:cNvSpPr>
            <a:spLocks noGrp="1"/>
          </p:cNvSpPr>
          <p:nvPr>
            <p:ph sz="half" idx="1"/>
          </p:nvPr>
        </p:nvSpPr>
        <p:spPr>
          <a:xfrm>
            <a:off x="838200" y="1012841"/>
            <a:ext cx="5181600" cy="51641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E20212-CB3E-3064-BF83-076073EA814C}"/>
              </a:ext>
            </a:extLst>
          </p:cNvPr>
          <p:cNvSpPr>
            <a:spLocks noGrp="1"/>
          </p:cNvSpPr>
          <p:nvPr>
            <p:ph sz="half" idx="2"/>
          </p:nvPr>
        </p:nvSpPr>
        <p:spPr>
          <a:xfrm>
            <a:off x="6172200" y="1012841"/>
            <a:ext cx="5181600" cy="51641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3800A9BB-4951-F300-1955-6A26C93C6A2B}"/>
              </a:ext>
            </a:extLst>
          </p:cNvPr>
          <p:cNvSpPr>
            <a:spLocks noGrp="1"/>
          </p:cNvSpPr>
          <p:nvPr>
            <p:ph type="ftr" sz="quarter" idx="3"/>
          </p:nvPr>
        </p:nvSpPr>
        <p:spPr>
          <a:xfrm>
            <a:off x="838200" y="6494366"/>
            <a:ext cx="9555672" cy="365125"/>
          </a:xfrm>
          <a:prstGeom prst="rect">
            <a:avLst/>
          </a:prstGeom>
        </p:spPr>
        <p:txBody>
          <a:bodyPr/>
          <a:lstStyle>
            <a:lvl1pPr>
              <a:defRPr b="1">
                <a:solidFill>
                  <a:schemeClr val="bg1"/>
                </a:solidFill>
              </a:defRPr>
            </a:lvl1pPr>
          </a:lstStyle>
          <a:p>
            <a:r>
              <a:rPr lang="en-US" dirty="0"/>
              <a:t>7th IEEE International Conference INDISCON 2026 , 11th – 13th September  2026 | MNIT Jaipur  </a:t>
            </a:r>
            <a:r>
              <a:rPr lang="en-US" dirty="0" err="1"/>
              <a:t>Jaipur,India</a:t>
            </a:r>
            <a:r>
              <a:rPr lang="en-US" dirty="0"/>
              <a:t> India</a:t>
            </a:r>
            <a:endParaRPr lang="en-IN" dirty="0"/>
          </a:p>
          <a:p>
            <a:endParaRPr lang="en-IN" dirty="0"/>
          </a:p>
        </p:txBody>
      </p:sp>
      <p:sp>
        <p:nvSpPr>
          <p:cNvPr id="6" name="Slide Number Placeholder 5">
            <a:extLst>
              <a:ext uri="{FF2B5EF4-FFF2-40B4-BE49-F238E27FC236}">
                <a16:creationId xmlns:a16="http://schemas.microsoft.com/office/drawing/2014/main" id="{646FF0BE-36E8-B203-0BB6-486293E97A0E}"/>
              </a:ext>
            </a:extLst>
          </p:cNvPr>
          <p:cNvSpPr>
            <a:spLocks noGrp="1"/>
          </p:cNvSpPr>
          <p:nvPr>
            <p:ph type="sldNum" sz="quarter" idx="4"/>
          </p:nvPr>
        </p:nvSpPr>
        <p:spPr>
          <a:xfrm>
            <a:off x="10395750" y="6494366"/>
            <a:ext cx="854537" cy="365125"/>
          </a:xfrm>
          <a:prstGeom prst="rect">
            <a:avLst/>
          </a:prstGeom>
        </p:spPr>
        <p:txBody>
          <a:bodyPr/>
          <a:lstStyle>
            <a:lvl1pPr algn="r">
              <a:defRPr b="1">
                <a:solidFill>
                  <a:schemeClr val="bg1"/>
                </a:solidFill>
              </a:defRPr>
            </a:lvl1pPr>
          </a:lstStyle>
          <a:p>
            <a:pPr algn="r"/>
            <a:fld id="{88497066-A88D-4017-ADEF-4388CF386740}" type="slidenum">
              <a:rPr lang="en-IN" smtClean="0"/>
              <a:pPr/>
              <a:t>‹#›</a:t>
            </a:fld>
            <a:endParaRPr lang="en-IN" dirty="0"/>
          </a:p>
        </p:txBody>
      </p:sp>
    </p:spTree>
    <p:extLst>
      <p:ext uri="{BB962C8B-B14F-4D97-AF65-F5344CB8AC3E}">
        <p14:creationId xmlns:p14="http://schemas.microsoft.com/office/powerpoint/2010/main" val="2753875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066BEFB-C459-2E70-777E-32BAF9AD892B}"/>
              </a:ext>
            </a:extLst>
          </p:cNvPr>
          <p:cNvGrpSpPr/>
          <p:nvPr userDrawn="1"/>
        </p:nvGrpSpPr>
        <p:grpSpPr>
          <a:xfrm>
            <a:off x="0" y="4904207"/>
            <a:ext cx="12192000" cy="1958420"/>
            <a:chOff x="0" y="4904207"/>
            <a:chExt cx="12192000" cy="1958420"/>
          </a:xfrm>
        </p:grpSpPr>
        <p:grpSp>
          <p:nvGrpSpPr>
            <p:cNvPr id="11" name="Google Shape;101;p2">
              <a:extLst>
                <a:ext uri="{FF2B5EF4-FFF2-40B4-BE49-F238E27FC236}">
                  <a16:creationId xmlns:a16="http://schemas.microsoft.com/office/drawing/2014/main" id="{31E948B4-062F-96F4-E525-31503932C620}"/>
                </a:ext>
              </a:extLst>
            </p:cNvPr>
            <p:cNvGrpSpPr/>
            <p:nvPr/>
          </p:nvGrpSpPr>
          <p:grpSpPr>
            <a:xfrm>
              <a:off x="0" y="6354000"/>
              <a:ext cx="12192000" cy="508627"/>
              <a:chOff x="0" y="6354000"/>
              <a:chExt cx="12192000" cy="508627"/>
            </a:xfrm>
          </p:grpSpPr>
          <p:sp>
            <p:nvSpPr>
              <p:cNvPr id="14" name="Google Shape;102;p2">
                <a:extLst>
                  <a:ext uri="{FF2B5EF4-FFF2-40B4-BE49-F238E27FC236}">
                    <a16:creationId xmlns:a16="http://schemas.microsoft.com/office/drawing/2014/main" id="{CBBC2EB8-C5E1-2E94-4B5B-3B5FBAB25E74}"/>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04;p2">
                <a:extLst>
                  <a:ext uri="{FF2B5EF4-FFF2-40B4-BE49-F238E27FC236}">
                    <a16:creationId xmlns:a16="http://schemas.microsoft.com/office/drawing/2014/main" id="{6877DA91-2BDB-E123-2128-8987CDF1AFFF}"/>
                  </a:ext>
                </a:extLst>
              </p:cNvPr>
              <p:cNvSpPr/>
              <p:nvPr/>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05;p2">
                <a:extLst>
                  <a:ext uri="{FF2B5EF4-FFF2-40B4-BE49-F238E27FC236}">
                    <a16:creationId xmlns:a16="http://schemas.microsoft.com/office/drawing/2014/main" id="{89F8235C-9F28-5F85-D48C-17D077037485}"/>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grpSp>
        <p:pic>
          <p:nvPicPr>
            <p:cNvPr id="12" name="Google Shape;107;p2">
              <a:extLst>
                <a:ext uri="{FF2B5EF4-FFF2-40B4-BE49-F238E27FC236}">
                  <a16:creationId xmlns:a16="http://schemas.microsoft.com/office/drawing/2014/main" id="{550F5FA8-497C-510C-5ED6-C32C5662CD3E}"/>
                </a:ext>
              </a:extLst>
            </p:cNvPr>
            <p:cNvPicPr preferRelativeResize="0"/>
            <p:nvPr/>
          </p:nvPicPr>
          <p:blipFill rotWithShape="1">
            <a:blip r:embed="rId2">
              <a:alphaModFix/>
            </a:blip>
            <a:srcRect r="15782"/>
            <a:stretch/>
          </p:blipFill>
          <p:spPr>
            <a:xfrm>
              <a:off x="9094122" y="4904207"/>
              <a:ext cx="3096000" cy="1938696"/>
            </a:xfrm>
            <a:prstGeom prst="rect">
              <a:avLst/>
            </a:prstGeom>
            <a:noFill/>
            <a:ln>
              <a:noFill/>
            </a:ln>
          </p:spPr>
        </p:pic>
      </p:grpSp>
      <p:sp>
        <p:nvSpPr>
          <p:cNvPr id="3" name="Text Placeholder 2">
            <a:extLst>
              <a:ext uri="{FF2B5EF4-FFF2-40B4-BE49-F238E27FC236}">
                <a16:creationId xmlns:a16="http://schemas.microsoft.com/office/drawing/2014/main" id="{12D1D310-7F75-3953-41B0-03B1440CA200}"/>
              </a:ext>
            </a:extLst>
          </p:cNvPr>
          <p:cNvSpPr>
            <a:spLocks noGrp="1"/>
          </p:cNvSpPr>
          <p:nvPr>
            <p:ph type="body" idx="1"/>
          </p:nvPr>
        </p:nvSpPr>
        <p:spPr>
          <a:xfrm>
            <a:off x="839788" y="1017441"/>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F2A366C-89AE-9ACB-9C65-174B2CCE5F90}"/>
              </a:ext>
            </a:extLst>
          </p:cNvPr>
          <p:cNvSpPr>
            <a:spLocks noGrp="1"/>
          </p:cNvSpPr>
          <p:nvPr>
            <p:ph sz="half" idx="2"/>
          </p:nvPr>
        </p:nvSpPr>
        <p:spPr>
          <a:xfrm>
            <a:off x="839788" y="1841353"/>
            <a:ext cx="5157787" cy="434831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a:extLst>
              <a:ext uri="{FF2B5EF4-FFF2-40B4-BE49-F238E27FC236}">
                <a16:creationId xmlns:a16="http://schemas.microsoft.com/office/drawing/2014/main" id="{E2795A9F-E733-940D-8F97-D5338D7AC39D}"/>
              </a:ext>
            </a:extLst>
          </p:cNvPr>
          <p:cNvSpPr>
            <a:spLocks noGrp="1"/>
          </p:cNvSpPr>
          <p:nvPr>
            <p:ph type="body" sz="quarter" idx="3"/>
          </p:nvPr>
        </p:nvSpPr>
        <p:spPr>
          <a:xfrm>
            <a:off x="6172200" y="1017441"/>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5FA416D-B8EF-D8A1-0E8C-C748B2439BCC}"/>
              </a:ext>
            </a:extLst>
          </p:cNvPr>
          <p:cNvSpPr>
            <a:spLocks noGrp="1"/>
          </p:cNvSpPr>
          <p:nvPr>
            <p:ph sz="quarter" idx="4"/>
          </p:nvPr>
        </p:nvSpPr>
        <p:spPr>
          <a:xfrm>
            <a:off x="6172200" y="1841353"/>
            <a:ext cx="5183188" cy="434831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Footer Placeholder 4">
            <a:extLst>
              <a:ext uri="{FF2B5EF4-FFF2-40B4-BE49-F238E27FC236}">
                <a16:creationId xmlns:a16="http://schemas.microsoft.com/office/drawing/2014/main" id="{9C3010DF-8EC6-6AF7-5227-9978AFB2E5B2}"/>
              </a:ext>
            </a:extLst>
          </p:cNvPr>
          <p:cNvSpPr>
            <a:spLocks noGrp="1"/>
          </p:cNvSpPr>
          <p:nvPr>
            <p:ph type="ftr" sz="quarter" idx="11"/>
          </p:nvPr>
        </p:nvSpPr>
        <p:spPr>
          <a:xfrm>
            <a:off x="839787" y="6494366"/>
            <a:ext cx="10159645" cy="365125"/>
          </a:xfrm>
          <a:prstGeom prst="rect">
            <a:avLst/>
          </a:prstGeom>
        </p:spPr>
        <p:txBody>
          <a:bodyPr/>
          <a:lstStyle>
            <a:lvl1pPr>
              <a:defRPr b="1">
                <a:solidFill>
                  <a:schemeClr val="bg1"/>
                </a:solidFill>
              </a:defRPr>
            </a:lvl1pPr>
          </a:lstStyle>
          <a:p>
            <a:r>
              <a:rPr lang="en-US" dirty="0"/>
              <a:t>7th IEEE International Conference INDISCON 2026 , 11th – 13th September  2026 | MNIT Jaipur  </a:t>
            </a:r>
            <a:r>
              <a:rPr lang="en-US" dirty="0" err="1"/>
              <a:t>Jaipur,India</a:t>
            </a:r>
            <a:r>
              <a:rPr lang="en-US" dirty="0"/>
              <a:t> India</a:t>
            </a:r>
            <a:endParaRPr lang="en-IN" dirty="0"/>
          </a:p>
          <a:p>
            <a:endParaRPr lang="en-IN" dirty="0"/>
          </a:p>
        </p:txBody>
      </p:sp>
      <p:sp>
        <p:nvSpPr>
          <p:cNvPr id="20" name="Slide Number Placeholder 5">
            <a:extLst>
              <a:ext uri="{FF2B5EF4-FFF2-40B4-BE49-F238E27FC236}">
                <a16:creationId xmlns:a16="http://schemas.microsoft.com/office/drawing/2014/main" id="{78B415AD-BBA7-7502-F576-960F9656A8B3}"/>
              </a:ext>
            </a:extLst>
          </p:cNvPr>
          <p:cNvSpPr>
            <a:spLocks noGrp="1"/>
          </p:cNvSpPr>
          <p:nvPr>
            <p:ph type="sldNum" sz="quarter" idx="12"/>
          </p:nvPr>
        </p:nvSpPr>
        <p:spPr>
          <a:xfrm>
            <a:off x="8507088" y="6494366"/>
            <a:ext cx="2743200" cy="365125"/>
          </a:xfrm>
          <a:prstGeom prst="rect">
            <a:avLst/>
          </a:prstGeom>
        </p:spPr>
        <p:txBody>
          <a:bodyPr/>
          <a:lstStyle>
            <a:lvl1pPr algn="r">
              <a:defRPr b="1">
                <a:solidFill>
                  <a:schemeClr val="bg1"/>
                </a:solidFill>
              </a:defRPr>
            </a:lvl1pPr>
          </a:lstStyle>
          <a:p>
            <a:endParaRPr lang="en-IN" dirty="0"/>
          </a:p>
        </p:txBody>
      </p:sp>
    </p:spTree>
    <p:extLst>
      <p:ext uri="{BB962C8B-B14F-4D97-AF65-F5344CB8AC3E}">
        <p14:creationId xmlns:p14="http://schemas.microsoft.com/office/powerpoint/2010/main" val="41685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03D7BA13-3131-E887-90C3-79D676167DB4}"/>
              </a:ext>
            </a:extLst>
          </p:cNvPr>
          <p:cNvGrpSpPr/>
          <p:nvPr userDrawn="1"/>
        </p:nvGrpSpPr>
        <p:grpSpPr>
          <a:xfrm>
            <a:off x="0" y="4904207"/>
            <a:ext cx="12192000" cy="1958420"/>
            <a:chOff x="0" y="4904207"/>
            <a:chExt cx="12192000" cy="1958420"/>
          </a:xfrm>
        </p:grpSpPr>
        <p:grpSp>
          <p:nvGrpSpPr>
            <p:cNvPr id="7" name="Google Shape;101;p2">
              <a:extLst>
                <a:ext uri="{FF2B5EF4-FFF2-40B4-BE49-F238E27FC236}">
                  <a16:creationId xmlns:a16="http://schemas.microsoft.com/office/drawing/2014/main" id="{57E30B44-5BA6-F80A-822A-DDF738791859}"/>
                </a:ext>
              </a:extLst>
            </p:cNvPr>
            <p:cNvGrpSpPr/>
            <p:nvPr/>
          </p:nvGrpSpPr>
          <p:grpSpPr>
            <a:xfrm>
              <a:off x="0" y="6354000"/>
              <a:ext cx="12192000" cy="508627"/>
              <a:chOff x="0" y="6354000"/>
              <a:chExt cx="12192000" cy="508627"/>
            </a:xfrm>
          </p:grpSpPr>
          <p:sp>
            <p:nvSpPr>
              <p:cNvPr id="10" name="Google Shape;102;p2">
                <a:extLst>
                  <a:ext uri="{FF2B5EF4-FFF2-40B4-BE49-F238E27FC236}">
                    <a16:creationId xmlns:a16="http://schemas.microsoft.com/office/drawing/2014/main" id="{ED93BE03-343C-21A8-E61F-2F54CF4FC6B1}"/>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03;p2">
                <a:extLst>
                  <a:ext uri="{FF2B5EF4-FFF2-40B4-BE49-F238E27FC236}">
                    <a16:creationId xmlns:a16="http://schemas.microsoft.com/office/drawing/2014/main" id="{BE5768B0-5A93-E351-E948-5BD14D2BB0CF}"/>
                  </a:ext>
                </a:extLst>
              </p:cNvPr>
              <p:cNvSpPr/>
              <p:nvPr/>
            </p:nvSpPr>
            <p:spPr>
              <a:xfrm>
                <a:off x="0" y="6498000"/>
                <a:ext cx="12192000" cy="360000"/>
              </a:xfrm>
              <a:prstGeom prst="rect">
                <a:avLst/>
              </a:prstGeom>
              <a:solidFill>
                <a:srgbClr val="1915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sp>
            <p:nvSpPr>
              <p:cNvPr id="12" name="Google Shape;104;p2">
                <a:extLst>
                  <a:ext uri="{FF2B5EF4-FFF2-40B4-BE49-F238E27FC236}">
                    <a16:creationId xmlns:a16="http://schemas.microsoft.com/office/drawing/2014/main" id="{7893EC42-B1BC-1C64-3D0C-40FF821E3EF3}"/>
                  </a:ext>
                </a:extLst>
              </p:cNvPr>
              <p:cNvSpPr/>
              <p:nvPr/>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05;p2">
                <a:extLst>
                  <a:ext uri="{FF2B5EF4-FFF2-40B4-BE49-F238E27FC236}">
                    <a16:creationId xmlns:a16="http://schemas.microsoft.com/office/drawing/2014/main" id="{DB508034-5348-1004-7F2C-D8B407D23864}"/>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grpSp>
        <p:pic>
          <p:nvPicPr>
            <p:cNvPr id="8" name="Google Shape;107;p2">
              <a:extLst>
                <a:ext uri="{FF2B5EF4-FFF2-40B4-BE49-F238E27FC236}">
                  <a16:creationId xmlns:a16="http://schemas.microsoft.com/office/drawing/2014/main" id="{BFC1C4C0-EA83-7973-D4ED-C51A84459E29}"/>
                </a:ext>
              </a:extLst>
            </p:cNvPr>
            <p:cNvPicPr preferRelativeResize="0"/>
            <p:nvPr/>
          </p:nvPicPr>
          <p:blipFill rotWithShape="1">
            <a:blip r:embed="rId2">
              <a:alphaModFix/>
            </a:blip>
            <a:srcRect r="15782"/>
            <a:stretch/>
          </p:blipFill>
          <p:spPr>
            <a:xfrm>
              <a:off x="9094122" y="4904207"/>
              <a:ext cx="3096000" cy="1938696"/>
            </a:xfrm>
            <a:prstGeom prst="rect">
              <a:avLst/>
            </a:prstGeom>
            <a:noFill/>
            <a:ln>
              <a:noFill/>
            </a:ln>
          </p:spPr>
        </p:pic>
      </p:grpSp>
      <p:sp>
        <p:nvSpPr>
          <p:cNvPr id="2" name="Title 1">
            <a:extLst>
              <a:ext uri="{FF2B5EF4-FFF2-40B4-BE49-F238E27FC236}">
                <a16:creationId xmlns:a16="http://schemas.microsoft.com/office/drawing/2014/main" id="{DFA6ABC0-D95D-E93A-8415-7CB849AA286F}"/>
              </a:ext>
            </a:extLst>
          </p:cNvPr>
          <p:cNvSpPr>
            <a:spLocks noGrp="1"/>
          </p:cNvSpPr>
          <p:nvPr>
            <p:ph type="title"/>
          </p:nvPr>
        </p:nvSpPr>
        <p:spPr>
          <a:xfrm>
            <a:off x="838200" y="580455"/>
            <a:ext cx="10515600" cy="842435"/>
          </a:xfrm>
          <a:prstGeom prst="rect">
            <a:avLst/>
          </a:prstGeom>
        </p:spPr>
        <p:txBody>
          <a:bodyPr/>
          <a:lstStyle/>
          <a:p>
            <a:r>
              <a:rPr lang="en-US"/>
              <a:t>Click to edit Master title style</a:t>
            </a:r>
            <a:endParaRPr lang="en-IN"/>
          </a:p>
        </p:txBody>
      </p:sp>
      <p:sp>
        <p:nvSpPr>
          <p:cNvPr id="16" name="Slide Number Placeholder 5">
            <a:extLst>
              <a:ext uri="{FF2B5EF4-FFF2-40B4-BE49-F238E27FC236}">
                <a16:creationId xmlns:a16="http://schemas.microsoft.com/office/drawing/2014/main" id="{A22E1A32-9E8A-3F85-E6A9-CA99FD632F96}"/>
              </a:ext>
            </a:extLst>
          </p:cNvPr>
          <p:cNvSpPr>
            <a:spLocks noGrp="1"/>
          </p:cNvSpPr>
          <p:nvPr>
            <p:ph type="sldNum" sz="quarter" idx="12"/>
          </p:nvPr>
        </p:nvSpPr>
        <p:spPr>
          <a:xfrm>
            <a:off x="8507088" y="6494366"/>
            <a:ext cx="2743200" cy="365125"/>
          </a:xfrm>
          <a:prstGeom prst="rect">
            <a:avLst/>
          </a:prstGeom>
        </p:spPr>
        <p:txBody>
          <a:bodyPr/>
          <a:lstStyle>
            <a:lvl1pPr algn="r">
              <a:defRPr b="1">
                <a:solidFill>
                  <a:schemeClr val="bg1"/>
                </a:solidFill>
              </a:defRPr>
            </a:lvl1pPr>
          </a:lstStyle>
          <a:p>
            <a:fld id="{88497066-A88D-4017-ADEF-4388CF386740}" type="slidenum">
              <a:rPr lang="en-IN" smtClean="0"/>
              <a:pPr/>
              <a:t>‹#›</a:t>
            </a:fld>
            <a:endParaRPr lang="en-IN"/>
          </a:p>
        </p:txBody>
      </p:sp>
      <p:sp>
        <p:nvSpPr>
          <p:cNvPr id="18" name="Footer Placeholder 4">
            <a:extLst>
              <a:ext uri="{FF2B5EF4-FFF2-40B4-BE49-F238E27FC236}">
                <a16:creationId xmlns:a16="http://schemas.microsoft.com/office/drawing/2014/main" id="{45B9E4AF-8DA4-C79F-C09F-5E89834AF2D8}"/>
              </a:ext>
            </a:extLst>
          </p:cNvPr>
          <p:cNvSpPr>
            <a:spLocks noGrp="1"/>
          </p:cNvSpPr>
          <p:nvPr>
            <p:ph type="ftr" sz="quarter" idx="11"/>
          </p:nvPr>
        </p:nvSpPr>
        <p:spPr>
          <a:xfrm>
            <a:off x="838200" y="6494366"/>
            <a:ext cx="10516340" cy="365125"/>
          </a:xfrm>
          <a:prstGeom prst="rect">
            <a:avLst/>
          </a:prstGeom>
        </p:spPr>
        <p:txBody>
          <a:bodyPr/>
          <a:lstStyle>
            <a:lvl1pPr algn="ctr">
              <a:defRPr b="1">
                <a:solidFill>
                  <a:schemeClr val="bg1"/>
                </a:solidFill>
              </a:defRPr>
            </a:lvl1pPr>
          </a:lstStyle>
          <a:p>
            <a:pPr algn="ctr"/>
            <a:r>
              <a:rPr lang="en-US" dirty="0"/>
              <a:t>17th  IEEE International Conference INDISCON 2026, 11th – 13th September  2026 | MNIT Jaipur, India</a:t>
            </a:r>
            <a:endParaRPr lang="en-IN" dirty="0"/>
          </a:p>
        </p:txBody>
      </p:sp>
    </p:spTree>
    <p:extLst>
      <p:ext uri="{BB962C8B-B14F-4D97-AF65-F5344CB8AC3E}">
        <p14:creationId xmlns:p14="http://schemas.microsoft.com/office/powerpoint/2010/main" val="3458114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D062ECB-67B1-079C-5CD8-FEE74C4A8794}"/>
              </a:ext>
            </a:extLst>
          </p:cNvPr>
          <p:cNvGrpSpPr/>
          <p:nvPr userDrawn="1"/>
        </p:nvGrpSpPr>
        <p:grpSpPr>
          <a:xfrm>
            <a:off x="0" y="4904207"/>
            <a:ext cx="12192000" cy="1958420"/>
            <a:chOff x="0" y="4904207"/>
            <a:chExt cx="12192000" cy="1958420"/>
          </a:xfrm>
        </p:grpSpPr>
        <p:grpSp>
          <p:nvGrpSpPr>
            <p:cNvPr id="9" name="Google Shape;101;p2">
              <a:extLst>
                <a:ext uri="{FF2B5EF4-FFF2-40B4-BE49-F238E27FC236}">
                  <a16:creationId xmlns:a16="http://schemas.microsoft.com/office/drawing/2014/main" id="{6F118130-E231-CEB0-D268-DC268DFE3A1D}"/>
                </a:ext>
              </a:extLst>
            </p:cNvPr>
            <p:cNvGrpSpPr/>
            <p:nvPr/>
          </p:nvGrpSpPr>
          <p:grpSpPr>
            <a:xfrm>
              <a:off x="0" y="6354000"/>
              <a:ext cx="12192000" cy="508627"/>
              <a:chOff x="0" y="6354000"/>
              <a:chExt cx="12192000" cy="508627"/>
            </a:xfrm>
          </p:grpSpPr>
          <p:sp>
            <p:nvSpPr>
              <p:cNvPr id="12" name="Google Shape;102;p2">
                <a:extLst>
                  <a:ext uri="{FF2B5EF4-FFF2-40B4-BE49-F238E27FC236}">
                    <a16:creationId xmlns:a16="http://schemas.microsoft.com/office/drawing/2014/main" id="{DDE16A37-4D00-7865-4B64-4438727BD964}"/>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03;p2">
                <a:extLst>
                  <a:ext uri="{FF2B5EF4-FFF2-40B4-BE49-F238E27FC236}">
                    <a16:creationId xmlns:a16="http://schemas.microsoft.com/office/drawing/2014/main" id="{11D465BA-39C4-85CF-8699-D7E3D562DDDA}"/>
                  </a:ext>
                </a:extLst>
              </p:cNvPr>
              <p:cNvSpPr/>
              <p:nvPr/>
            </p:nvSpPr>
            <p:spPr>
              <a:xfrm>
                <a:off x="0" y="6498000"/>
                <a:ext cx="12192000" cy="360000"/>
              </a:xfrm>
              <a:prstGeom prst="rect">
                <a:avLst/>
              </a:prstGeom>
              <a:solidFill>
                <a:srgbClr val="1915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19169B"/>
                  </a:solidFill>
                  <a:latin typeface="Calibri"/>
                  <a:ea typeface="Calibri"/>
                  <a:cs typeface="Calibri"/>
                  <a:sym typeface="Calibri"/>
                </a:endParaRPr>
              </a:p>
            </p:txBody>
          </p:sp>
          <p:sp>
            <p:nvSpPr>
              <p:cNvPr id="14" name="Google Shape;104;p2">
                <a:extLst>
                  <a:ext uri="{FF2B5EF4-FFF2-40B4-BE49-F238E27FC236}">
                    <a16:creationId xmlns:a16="http://schemas.microsoft.com/office/drawing/2014/main" id="{2207BDD8-866B-4D79-FDFE-6EFBA0C2D149}"/>
                  </a:ext>
                </a:extLst>
              </p:cNvPr>
              <p:cNvSpPr/>
              <p:nvPr/>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05;p2">
                <a:extLst>
                  <a:ext uri="{FF2B5EF4-FFF2-40B4-BE49-F238E27FC236}">
                    <a16:creationId xmlns:a16="http://schemas.microsoft.com/office/drawing/2014/main" id="{0E2E3980-9FBC-25F2-9B25-D13075174CF5}"/>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grpSp>
        <p:pic>
          <p:nvPicPr>
            <p:cNvPr id="10" name="Google Shape;107;p2">
              <a:extLst>
                <a:ext uri="{FF2B5EF4-FFF2-40B4-BE49-F238E27FC236}">
                  <a16:creationId xmlns:a16="http://schemas.microsoft.com/office/drawing/2014/main" id="{A3E85121-40EF-20B8-F291-7B351A622F03}"/>
                </a:ext>
              </a:extLst>
            </p:cNvPr>
            <p:cNvPicPr preferRelativeResize="0"/>
            <p:nvPr/>
          </p:nvPicPr>
          <p:blipFill rotWithShape="1">
            <a:blip r:embed="rId2">
              <a:alphaModFix/>
            </a:blip>
            <a:srcRect r="15782"/>
            <a:stretch/>
          </p:blipFill>
          <p:spPr>
            <a:xfrm>
              <a:off x="9094122" y="4904207"/>
              <a:ext cx="3096000" cy="1938696"/>
            </a:xfrm>
            <a:prstGeom prst="rect">
              <a:avLst/>
            </a:prstGeom>
            <a:noFill/>
            <a:ln>
              <a:noFill/>
            </a:ln>
          </p:spPr>
        </p:pic>
      </p:grpSp>
      <p:sp>
        <p:nvSpPr>
          <p:cNvPr id="3" name="Content Placeholder 2">
            <a:extLst>
              <a:ext uri="{FF2B5EF4-FFF2-40B4-BE49-F238E27FC236}">
                <a16:creationId xmlns:a16="http://schemas.microsoft.com/office/drawing/2014/main" id="{CA2F69D2-7493-04D4-8D06-FCAB2874F23A}"/>
              </a:ext>
            </a:extLst>
          </p:cNvPr>
          <p:cNvSpPr>
            <a:spLocks noGrp="1"/>
          </p:cNvSpPr>
          <p:nvPr>
            <p:ph sz="half" idx="1"/>
          </p:nvPr>
        </p:nvSpPr>
        <p:spPr>
          <a:xfrm>
            <a:off x="838200" y="1012841"/>
            <a:ext cx="5181600" cy="51641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E20212-CB3E-3064-BF83-076073EA814C}"/>
              </a:ext>
            </a:extLst>
          </p:cNvPr>
          <p:cNvSpPr>
            <a:spLocks noGrp="1"/>
          </p:cNvSpPr>
          <p:nvPr>
            <p:ph sz="half" idx="2"/>
          </p:nvPr>
        </p:nvSpPr>
        <p:spPr>
          <a:xfrm>
            <a:off x="6172200" y="1012841"/>
            <a:ext cx="5181600" cy="51641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46FF0BE-36E8-B203-0BB6-486293E97A0E}"/>
              </a:ext>
            </a:extLst>
          </p:cNvPr>
          <p:cNvSpPr>
            <a:spLocks noGrp="1"/>
          </p:cNvSpPr>
          <p:nvPr>
            <p:ph type="sldNum" sz="quarter" idx="4"/>
          </p:nvPr>
        </p:nvSpPr>
        <p:spPr>
          <a:xfrm>
            <a:off x="10395750" y="6494366"/>
            <a:ext cx="854537" cy="365125"/>
          </a:xfrm>
          <a:prstGeom prst="rect">
            <a:avLst/>
          </a:prstGeom>
        </p:spPr>
        <p:txBody>
          <a:bodyPr/>
          <a:lstStyle>
            <a:lvl1pPr algn="r">
              <a:defRPr b="1">
                <a:solidFill>
                  <a:schemeClr val="bg1"/>
                </a:solidFill>
              </a:defRPr>
            </a:lvl1pPr>
          </a:lstStyle>
          <a:p>
            <a:pPr algn="r"/>
            <a:fld id="{88497066-A88D-4017-ADEF-4388CF386740}" type="slidenum">
              <a:rPr lang="en-IN" smtClean="0"/>
              <a:pPr/>
              <a:t>‹#›</a:t>
            </a:fld>
            <a:endParaRPr lang="en-IN" dirty="0"/>
          </a:p>
        </p:txBody>
      </p:sp>
      <p:sp>
        <p:nvSpPr>
          <p:cNvPr id="16" name="Footer Placeholder 4">
            <a:extLst>
              <a:ext uri="{FF2B5EF4-FFF2-40B4-BE49-F238E27FC236}">
                <a16:creationId xmlns:a16="http://schemas.microsoft.com/office/drawing/2014/main" id="{45B9E4AF-8DA4-C79F-C09F-5E89834AF2D8}"/>
              </a:ext>
            </a:extLst>
          </p:cNvPr>
          <p:cNvSpPr>
            <a:spLocks noGrp="1"/>
          </p:cNvSpPr>
          <p:nvPr>
            <p:ph type="ftr" sz="quarter" idx="11"/>
          </p:nvPr>
        </p:nvSpPr>
        <p:spPr>
          <a:xfrm>
            <a:off x="838200" y="6494366"/>
            <a:ext cx="10516340" cy="365125"/>
          </a:xfrm>
          <a:prstGeom prst="rect">
            <a:avLst/>
          </a:prstGeom>
        </p:spPr>
        <p:txBody>
          <a:bodyPr/>
          <a:lstStyle>
            <a:lvl1pPr algn="ctr">
              <a:defRPr b="1">
                <a:solidFill>
                  <a:schemeClr val="bg1"/>
                </a:solidFill>
              </a:defRPr>
            </a:lvl1pPr>
          </a:lstStyle>
          <a:p>
            <a:pPr algn="ctr"/>
            <a:r>
              <a:rPr lang="en-US" dirty="0"/>
              <a:t>17th  IEEE International Conference INDISCON 2026, 11th – 13th September  2026 | MNIT Jaipur, India</a:t>
            </a:r>
            <a:endParaRPr lang="en-IN" dirty="0"/>
          </a:p>
        </p:txBody>
      </p:sp>
    </p:spTree>
    <p:extLst>
      <p:ext uri="{BB962C8B-B14F-4D97-AF65-F5344CB8AC3E}">
        <p14:creationId xmlns:p14="http://schemas.microsoft.com/office/powerpoint/2010/main" val="842014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066BEFB-C459-2E70-777E-32BAF9AD892B}"/>
              </a:ext>
            </a:extLst>
          </p:cNvPr>
          <p:cNvGrpSpPr/>
          <p:nvPr userDrawn="1"/>
        </p:nvGrpSpPr>
        <p:grpSpPr>
          <a:xfrm>
            <a:off x="0" y="4904207"/>
            <a:ext cx="12192000" cy="1958420"/>
            <a:chOff x="0" y="4904207"/>
            <a:chExt cx="12192000" cy="1958420"/>
          </a:xfrm>
        </p:grpSpPr>
        <p:grpSp>
          <p:nvGrpSpPr>
            <p:cNvPr id="11" name="Google Shape;101;p2">
              <a:extLst>
                <a:ext uri="{FF2B5EF4-FFF2-40B4-BE49-F238E27FC236}">
                  <a16:creationId xmlns:a16="http://schemas.microsoft.com/office/drawing/2014/main" id="{31E948B4-062F-96F4-E525-31503932C620}"/>
                </a:ext>
              </a:extLst>
            </p:cNvPr>
            <p:cNvGrpSpPr/>
            <p:nvPr/>
          </p:nvGrpSpPr>
          <p:grpSpPr>
            <a:xfrm>
              <a:off x="0" y="6354000"/>
              <a:ext cx="12192000" cy="508627"/>
              <a:chOff x="0" y="6354000"/>
              <a:chExt cx="12192000" cy="508627"/>
            </a:xfrm>
          </p:grpSpPr>
          <p:sp>
            <p:nvSpPr>
              <p:cNvPr id="14" name="Google Shape;102;p2">
                <a:extLst>
                  <a:ext uri="{FF2B5EF4-FFF2-40B4-BE49-F238E27FC236}">
                    <a16:creationId xmlns:a16="http://schemas.microsoft.com/office/drawing/2014/main" id="{CBBC2EB8-C5E1-2E94-4B5B-3B5FBAB25E74}"/>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03;p2">
                <a:extLst>
                  <a:ext uri="{FF2B5EF4-FFF2-40B4-BE49-F238E27FC236}">
                    <a16:creationId xmlns:a16="http://schemas.microsoft.com/office/drawing/2014/main" id="{ABFDE2A4-6FE0-60E7-5A0A-604507C3C16F}"/>
                  </a:ext>
                </a:extLst>
              </p:cNvPr>
              <p:cNvSpPr/>
              <p:nvPr/>
            </p:nvSpPr>
            <p:spPr>
              <a:xfrm>
                <a:off x="0" y="6498000"/>
                <a:ext cx="12192000" cy="360000"/>
              </a:xfrm>
              <a:prstGeom prst="rect">
                <a:avLst/>
              </a:prstGeom>
              <a:solidFill>
                <a:srgbClr val="1915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sp>
            <p:nvSpPr>
              <p:cNvPr id="16" name="Google Shape;104;p2">
                <a:extLst>
                  <a:ext uri="{FF2B5EF4-FFF2-40B4-BE49-F238E27FC236}">
                    <a16:creationId xmlns:a16="http://schemas.microsoft.com/office/drawing/2014/main" id="{6877DA91-2BDB-E123-2128-8987CDF1AFFF}"/>
                  </a:ext>
                </a:extLst>
              </p:cNvPr>
              <p:cNvSpPr/>
              <p:nvPr/>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05;p2">
                <a:extLst>
                  <a:ext uri="{FF2B5EF4-FFF2-40B4-BE49-F238E27FC236}">
                    <a16:creationId xmlns:a16="http://schemas.microsoft.com/office/drawing/2014/main" id="{89F8235C-9F28-5F85-D48C-17D077037485}"/>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grpSp>
        <p:pic>
          <p:nvPicPr>
            <p:cNvPr id="12" name="Google Shape;107;p2">
              <a:extLst>
                <a:ext uri="{FF2B5EF4-FFF2-40B4-BE49-F238E27FC236}">
                  <a16:creationId xmlns:a16="http://schemas.microsoft.com/office/drawing/2014/main" id="{550F5FA8-497C-510C-5ED6-C32C5662CD3E}"/>
                </a:ext>
              </a:extLst>
            </p:cNvPr>
            <p:cNvPicPr preferRelativeResize="0"/>
            <p:nvPr/>
          </p:nvPicPr>
          <p:blipFill rotWithShape="1">
            <a:blip r:embed="rId2">
              <a:alphaModFix/>
            </a:blip>
            <a:srcRect r="15782"/>
            <a:stretch/>
          </p:blipFill>
          <p:spPr>
            <a:xfrm>
              <a:off x="9094122" y="4904207"/>
              <a:ext cx="3096000" cy="1938696"/>
            </a:xfrm>
            <a:prstGeom prst="rect">
              <a:avLst/>
            </a:prstGeom>
            <a:noFill/>
            <a:ln>
              <a:noFill/>
            </a:ln>
          </p:spPr>
        </p:pic>
      </p:grpSp>
      <p:sp>
        <p:nvSpPr>
          <p:cNvPr id="3" name="Text Placeholder 2">
            <a:extLst>
              <a:ext uri="{FF2B5EF4-FFF2-40B4-BE49-F238E27FC236}">
                <a16:creationId xmlns:a16="http://schemas.microsoft.com/office/drawing/2014/main" id="{12D1D310-7F75-3953-41B0-03B1440CA200}"/>
              </a:ext>
            </a:extLst>
          </p:cNvPr>
          <p:cNvSpPr>
            <a:spLocks noGrp="1"/>
          </p:cNvSpPr>
          <p:nvPr>
            <p:ph type="body" idx="1"/>
          </p:nvPr>
        </p:nvSpPr>
        <p:spPr>
          <a:xfrm>
            <a:off x="839788" y="1017441"/>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F2A366C-89AE-9ACB-9C65-174B2CCE5F90}"/>
              </a:ext>
            </a:extLst>
          </p:cNvPr>
          <p:cNvSpPr>
            <a:spLocks noGrp="1"/>
          </p:cNvSpPr>
          <p:nvPr>
            <p:ph sz="half" idx="2"/>
          </p:nvPr>
        </p:nvSpPr>
        <p:spPr>
          <a:xfrm>
            <a:off x="839788" y="1841353"/>
            <a:ext cx="5157787" cy="434831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a:extLst>
              <a:ext uri="{FF2B5EF4-FFF2-40B4-BE49-F238E27FC236}">
                <a16:creationId xmlns:a16="http://schemas.microsoft.com/office/drawing/2014/main" id="{E2795A9F-E733-940D-8F97-D5338D7AC39D}"/>
              </a:ext>
            </a:extLst>
          </p:cNvPr>
          <p:cNvSpPr>
            <a:spLocks noGrp="1"/>
          </p:cNvSpPr>
          <p:nvPr>
            <p:ph type="body" sz="quarter" idx="3"/>
          </p:nvPr>
        </p:nvSpPr>
        <p:spPr>
          <a:xfrm>
            <a:off x="6172200" y="1017441"/>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5FA416D-B8EF-D8A1-0E8C-C748B2439BCC}"/>
              </a:ext>
            </a:extLst>
          </p:cNvPr>
          <p:cNvSpPr>
            <a:spLocks noGrp="1"/>
          </p:cNvSpPr>
          <p:nvPr>
            <p:ph sz="quarter" idx="4"/>
          </p:nvPr>
        </p:nvSpPr>
        <p:spPr>
          <a:xfrm>
            <a:off x="6172200" y="1841353"/>
            <a:ext cx="5183188" cy="434831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Date Placeholder 3">
            <a:extLst>
              <a:ext uri="{FF2B5EF4-FFF2-40B4-BE49-F238E27FC236}">
                <a16:creationId xmlns:a16="http://schemas.microsoft.com/office/drawing/2014/main" id="{6CE4929F-7B49-6BE6-9F51-C3B539016224}"/>
              </a:ext>
            </a:extLst>
          </p:cNvPr>
          <p:cNvSpPr>
            <a:spLocks noGrp="1"/>
          </p:cNvSpPr>
          <p:nvPr>
            <p:ph type="dt" sz="half" idx="10"/>
          </p:nvPr>
        </p:nvSpPr>
        <p:spPr>
          <a:xfrm>
            <a:off x="838200" y="6494366"/>
            <a:ext cx="2743200" cy="365125"/>
          </a:xfrm>
          <a:prstGeom prst="rect">
            <a:avLst/>
          </a:prstGeom>
        </p:spPr>
        <p:txBody>
          <a:bodyPr/>
          <a:lstStyle>
            <a:lvl1pPr>
              <a:defRPr b="1">
                <a:solidFill>
                  <a:schemeClr val="bg1"/>
                </a:solidFill>
              </a:defRPr>
            </a:lvl1pPr>
          </a:lstStyle>
          <a:p>
            <a:fld id="{FFDAEEF5-9123-4CD4-9AA1-8EA340866A0A}" type="datetime1">
              <a:rPr lang="en-IN" smtClean="0"/>
              <a:t>04-09-2026</a:t>
            </a:fld>
            <a:endParaRPr lang="en-IN"/>
          </a:p>
        </p:txBody>
      </p:sp>
      <p:sp>
        <p:nvSpPr>
          <p:cNvPr id="19" name="Footer Placeholder 4">
            <a:extLst>
              <a:ext uri="{FF2B5EF4-FFF2-40B4-BE49-F238E27FC236}">
                <a16:creationId xmlns:a16="http://schemas.microsoft.com/office/drawing/2014/main" id="{9C3010DF-8EC6-6AF7-5227-9978AFB2E5B2}"/>
              </a:ext>
            </a:extLst>
          </p:cNvPr>
          <p:cNvSpPr>
            <a:spLocks noGrp="1"/>
          </p:cNvSpPr>
          <p:nvPr>
            <p:ph type="ftr" sz="quarter" idx="11"/>
          </p:nvPr>
        </p:nvSpPr>
        <p:spPr>
          <a:xfrm>
            <a:off x="4038600" y="6494366"/>
            <a:ext cx="4114800" cy="365125"/>
          </a:xfrm>
          <a:prstGeom prst="rect">
            <a:avLst/>
          </a:prstGeom>
        </p:spPr>
        <p:txBody>
          <a:bodyPr/>
          <a:lstStyle>
            <a:lvl1pPr>
              <a:defRPr b="1">
                <a:solidFill>
                  <a:schemeClr val="bg1"/>
                </a:solidFill>
              </a:defRPr>
            </a:lvl1pPr>
          </a:lstStyle>
          <a:p>
            <a:endParaRPr lang="en-IN"/>
          </a:p>
        </p:txBody>
      </p:sp>
      <p:sp>
        <p:nvSpPr>
          <p:cNvPr id="20" name="Slide Number Placeholder 5">
            <a:extLst>
              <a:ext uri="{FF2B5EF4-FFF2-40B4-BE49-F238E27FC236}">
                <a16:creationId xmlns:a16="http://schemas.microsoft.com/office/drawing/2014/main" id="{78B415AD-BBA7-7502-F576-960F9656A8B3}"/>
              </a:ext>
            </a:extLst>
          </p:cNvPr>
          <p:cNvSpPr>
            <a:spLocks noGrp="1"/>
          </p:cNvSpPr>
          <p:nvPr>
            <p:ph type="sldNum" sz="quarter" idx="12"/>
          </p:nvPr>
        </p:nvSpPr>
        <p:spPr>
          <a:xfrm>
            <a:off x="8507088" y="6494366"/>
            <a:ext cx="2743200" cy="365125"/>
          </a:xfrm>
          <a:prstGeom prst="rect">
            <a:avLst/>
          </a:prstGeom>
        </p:spPr>
        <p:txBody>
          <a:bodyPr/>
          <a:lstStyle>
            <a:lvl1pPr algn="r">
              <a:defRPr b="1">
                <a:solidFill>
                  <a:schemeClr val="bg1"/>
                </a:solidFill>
              </a:defRPr>
            </a:lvl1pPr>
          </a:lstStyle>
          <a:p>
            <a:fld id="{88497066-A88D-4017-ADEF-4388CF386740}" type="slidenum">
              <a:rPr lang="en-IN" smtClean="0"/>
              <a:pPr/>
              <a:t>‹#›</a:t>
            </a:fld>
            <a:endParaRPr lang="en-IN"/>
          </a:p>
        </p:txBody>
      </p:sp>
    </p:spTree>
    <p:extLst>
      <p:ext uri="{BB962C8B-B14F-4D97-AF65-F5344CB8AC3E}">
        <p14:creationId xmlns:p14="http://schemas.microsoft.com/office/powerpoint/2010/main" val="494682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oogle Shape;101;p2">
            <a:extLst>
              <a:ext uri="{FF2B5EF4-FFF2-40B4-BE49-F238E27FC236}">
                <a16:creationId xmlns:a16="http://schemas.microsoft.com/office/drawing/2014/main" id="{8C3C6C9D-C8C6-3FA7-03BF-86A3A1A4475E}"/>
              </a:ext>
            </a:extLst>
          </p:cNvPr>
          <p:cNvGrpSpPr/>
          <p:nvPr/>
        </p:nvGrpSpPr>
        <p:grpSpPr>
          <a:xfrm>
            <a:off x="0" y="6350864"/>
            <a:ext cx="12192000" cy="508627"/>
            <a:chOff x="0" y="6354000"/>
            <a:chExt cx="12192000" cy="508627"/>
          </a:xfrm>
        </p:grpSpPr>
        <p:sp>
          <p:nvSpPr>
            <p:cNvPr id="11" name="Google Shape;102;p2">
              <a:extLst>
                <a:ext uri="{FF2B5EF4-FFF2-40B4-BE49-F238E27FC236}">
                  <a16:creationId xmlns:a16="http://schemas.microsoft.com/office/drawing/2014/main" id="{E9B2E0E2-BEF6-740E-8A77-BC17FD3B9FC3}"/>
                </a:ext>
              </a:extLst>
            </p:cNvPr>
            <p:cNvSpPr/>
            <p:nvPr/>
          </p:nvSpPr>
          <p:spPr>
            <a:xfrm>
              <a:off x="0" y="6354000"/>
              <a:ext cx="12192000" cy="144000"/>
            </a:xfrm>
            <a:prstGeom prst="rect">
              <a:avLst/>
            </a:prstGeom>
            <a:solidFill>
              <a:srgbClr val="FCB60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03;p2">
              <a:extLst>
                <a:ext uri="{FF2B5EF4-FFF2-40B4-BE49-F238E27FC236}">
                  <a16:creationId xmlns:a16="http://schemas.microsoft.com/office/drawing/2014/main" id="{E8EC7E83-0F34-37FF-C059-8D609AEE4AC4}"/>
                </a:ext>
              </a:extLst>
            </p:cNvPr>
            <p:cNvSpPr/>
            <p:nvPr/>
          </p:nvSpPr>
          <p:spPr>
            <a:xfrm>
              <a:off x="0" y="6498000"/>
              <a:ext cx="12192000" cy="360000"/>
            </a:xfrm>
            <a:prstGeom prst="rect">
              <a:avLst/>
            </a:prstGeom>
            <a:solidFill>
              <a:srgbClr val="1915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19169B"/>
                </a:solidFill>
                <a:latin typeface="Calibri"/>
                <a:ea typeface="Calibri"/>
                <a:cs typeface="Calibri"/>
                <a:sym typeface="Calibri"/>
              </a:endParaRPr>
            </a:p>
          </p:txBody>
        </p:sp>
        <p:sp>
          <p:nvSpPr>
            <p:cNvPr id="13" name="Google Shape;104;p2">
              <a:extLst>
                <a:ext uri="{FF2B5EF4-FFF2-40B4-BE49-F238E27FC236}">
                  <a16:creationId xmlns:a16="http://schemas.microsoft.com/office/drawing/2014/main" id="{2E4E7FD2-06FF-6D21-426D-ED9A2053902C}"/>
                </a:ext>
              </a:extLst>
            </p:cNvPr>
            <p:cNvSpPr/>
            <p:nvPr/>
          </p:nvSpPr>
          <p:spPr>
            <a:xfrm>
              <a:off x="0" y="6498000"/>
              <a:ext cx="12192000" cy="72000"/>
            </a:xfrm>
            <a:prstGeom prst="rect">
              <a:avLst/>
            </a:prstGeom>
            <a:solidFill>
              <a:srgbClr val="B9830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05;p2">
              <a:extLst>
                <a:ext uri="{FF2B5EF4-FFF2-40B4-BE49-F238E27FC236}">
                  <a16:creationId xmlns:a16="http://schemas.microsoft.com/office/drawing/2014/main" id="{BA379605-0E5D-E9A9-3DCE-46A6DF359D35}"/>
                </a:ext>
              </a:extLst>
            </p:cNvPr>
            <p:cNvSpPr/>
            <p:nvPr/>
          </p:nvSpPr>
          <p:spPr>
            <a:xfrm>
              <a:off x="0" y="6763569"/>
              <a:ext cx="12192000" cy="99058"/>
            </a:xfrm>
            <a:prstGeom prst="rect">
              <a:avLst/>
            </a:prstGeom>
            <a:solidFill>
              <a:srgbClr val="100E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19169B"/>
                </a:solidFill>
                <a:latin typeface="Calibri"/>
                <a:ea typeface="Calibri"/>
                <a:cs typeface="Calibri"/>
                <a:sym typeface="Calibri"/>
              </a:endParaRPr>
            </a:p>
          </p:txBody>
        </p:sp>
      </p:grpSp>
      <p:sp>
        <p:nvSpPr>
          <p:cNvPr id="16" name="Footer Placeholder 4">
            <a:extLst>
              <a:ext uri="{FF2B5EF4-FFF2-40B4-BE49-F238E27FC236}">
                <a16:creationId xmlns:a16="http://schemas.microsoft.com/office/drawing/2014/main" id="{447425EA-E0D2-7A1F-EBE6-6CEDFBABA972}"/>
              </a:ext>
            </a:extLst>
          </p:cNvPr>
          <p:cNvSpPr>
            <a:spLocks noGrp="1"/>
          </p:cNvSpPr>
          <p:nvPr>
            <p:ph type="ftr" sz="quarter" idx="3"/>
          </p:nvPr>
        </p:nvSpPr>
        <p:spPr>
          <a:xfrm>
            <a:off x="838200" y="6494366"/>
            <a:ext cx="9555672" cy="365125"/>
          </a:xfrm>
          <a:prstGeom prst="rect">
            <a:avLst/>
          </a:prstGeom>
        </p:spPr>
        <p:txBody>
          <a:bodyPr/>
          <a:lstStyle>
            <a:lvl1pPr>
              <a:defRPr b="1">
                <a:solidFill>
                  <a:schemeClr val="bg1"/>
                </a:solidFill>
              </a:defRPr>
            </a:lvl1pPr>
          </a:lstStyle>
          <a:p>
            <a:r>
              <a:rPr lang="en-US" dirty="0"/>
              <a:t>7th IEEE International Conference INDISCON 2026 , 11th – 13th September  2026 | MNIT Jaipur  </a:t>
            </a:r>
            <a:r>
              <a:rPr lang="en-US" dirty="0" err="1"/>
              <a:t>Jaipur,India</a:t>
            </a:r>
            <a:r>
              <a:rPr lang="en-US" dirty="0"/>
              <a:t> India</a:t>
            </a:r>
            <a:endParaRPr lang="en-IN" dirty="0"/>
          </a:p>
          <a:p>
            <a:endParaRPr lang="en-IN" dirty="0"/>
          </a:p>
        </p:txBody>
      </p:sp>
    </p:spTree>
    <p:extLst>
      <p:ext uri="{BB962C8B-B14F-4D97-AF65-F5344CB8AC3E}">
        <p14:creationId xmlns:p14="http://schemas.microsoft.com/office/powerpoint/2010/main" val="3423517565"/>
      </p:ext>
    </p:extLst>
  </p:cSld>
  <p:clrMap bg1="lt1" tx1="dk1" bg2="lt2" tx2="dk2" accent1="accent1" accent2="accent2" accent3="accent3" accent4="accent4" accent5="accent5" accent6="accent6" hlink="hlink" folHlink="folHlink"/>
  <p:sldLayoutIdLst>
    <p:sldLayoutId id="2147483698" r:id="rId1"/>
    <p:sldLayoutId id="2147483700" r:id="rId2"/>
    <p:sldLayoutId id="2147483701" r:id="rId3"/>
    <p:sldLayoutId id="2147483702" r:id="rId4"/>
    <p:sldLayoutId id="2147483652" r:id="rId5"/>
    <p:sldLayoutId id="2147483653" r:id="rId6"/>
  </p:sldLayoutIdLst>
  <p:hf hdr="0" ftr="0" dt="0"/>
  <p:txStyles>
    <p:titleStyle>
      <a:lvl1pPr algn="ctr" defTabSz="914400" rtl="0" eaLnBrk="1" latinLnBrk="0" hangingPunct="1">
        <a:lnSpc>
          <a:spcPct val="90000"/>
        </a:lnSpc>
        <a:spcBef>
          <a:spcPct val="0"/>
        </a:spcBef>
        <a:buNone/>
        <a:defRPr lang="en-IN" sz="4400" b="1" kern="1200" dirty="0">
          <a:solidFill>
            <a:srgbClr val="19169B"/>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
        <p:nvSpPr>
          <p:cNvPr id="8" name="TextBox 7">
            <a:extLst>
              <a:ext uri="{FF2B5EF4-FFF2-40B4-BE49-F238E27FC236}">
                <a16:creationId xmlns:a16="http://schemas.microsoft.com/office/drawing/2014/main" id="{36DA43F1-41D7-F68D-0171-B5525FF1A265}"/>
              </a:ext>
            </a:extLst>
          </p:cNvPr>
          <p:cNvSpPr txBox="1"/>
          <p:nvPr/>
        </p:nvSpPr>
        <p:spPr>
          <a:xfrm>
            <a:off x="11636829" y="6422571"/>
            <a:ext cx="184731" cy="369332"/>
          </a:xfrm>
          <a:prstGeom prst="rect">
            <a:avLst/>
          </a:prstGeom>
          <a:noFill/>
        </p:spPr>
        <p:txBody>
          <a:bodyPr wrap="none" rtlCol="0">
            <a:spAutoFit/>
          </a:bodyPr>
          <a:lstStyle/>
          <a:p>
            <a:endParaRPr lang="en-IN" dirty="0"/>
          </a:p>
        </p:txBody>
      </p:sp>
      <p:pic>
        <p:nvPicPr>
          <p:cNvPr id="10" name="Picture 9" descr="IEEE Master Brand Blue">
            <a:extLst>
              <a:ext uri="{FF2B5EF4-FFF2-40B4-BE49-F238E27FC236}">
                <a16:creationId xmlns:a16="http://schemas.microsoft.com/office/drawing/2014/main" id="{568E51A5-E3BF-2CC4-C5D7-77834140F5C5}"/>
              </a:ext>
            </a:extLst>
          </p:cNvPr>
          <p:cNvPicPr>
            <a:picLocks noChangeAspect="1"/>
          </p:cNvPicPr>
          <p:nvPr/>
        </p:nvPicPr>
        <p:blipFill>
          <a:blip r:embed="rId2"/>
          <a:stretch>
            <a:fillRect/>
          </a:stretch>
        </p:blipFill>
        <p:spPr>
          <a:xfrm>
            <a:off x="433523" y="175216"/>
            <a:ext cx="1789068" cy="529565"/>
          </a:xfrm>
          <a:prstGeom prst="rect">
            <a:avLst/>
          </a:prstGeom>
        </p:spPr>
      </p:pic>
      <p:pic>
        <p:nvPicPr>
          <p:cNvPr id="11" name="Picture 10">
            <a:extLst>
              <a:ext uri="{FF2B5EF4-FFF2-40B4-BE49-F238E27FC236}">
                <a16:creationId xmlns:a16="http://schemas.microsoft.com/office/drawing/2014/main" id="{F3AD6F27-A966-1431-A180-48410A5FBD83}"/>
              </a:ext>
            </a:extLst>
          </p:cNvPr>
          <p:cNvPicPr>
            <a:picLocks noChangeAspect="1"/>
          </p:cNvPicPr>
          <p:nvPr/>
        </p:nvPicPr>
        <p:blipFill>
          <a:blip r:embed="rId3"/>
          <a:stretch>
            <a:fillRect/>
          </a:stretch>
        </p:blipFill>
        <p:spPr>
          <a:xfrm>
            <a:off x="3075040" y="210313"/>
            <a:ext cx="2378907" cy="436399"/>
          </a:xfrm>
          <a:prstGeom prst="rect">
            <a:avLst/>
          </a:prstGeom>
        </p:spPr>
      </p:pic>
      <p:pic>
        <p:nvPicPr>
          <p:cNvPr id="12" name="Picture 11" descr="IEEE Rajasthan Subsection (@ieeeraj) / Posts / X">
            <a:extLst>
              <a:ext uri="{FF2B5EF4-FFF2-40B4-BE49-F238E27FC236}">
                <a16:creationId xmlns:a16="http://schemas.microsoft.com/office/drawing/2014/main" id="{5494C794-A05D-A6AE-9513-0D28D230D072}"/>
              </a:ext>
            </a:extLst>
          </p:cNvPr>
          <p:cNvPicPr>
            <a:picLocks noChangeAspect="1"/>
          </p:cNvPicPr>
          <p:nvPr/>
        </p:nvPicPr>
        <p:blipFill>
          <a:blip r:embed="rId4"/>
          <a:srcRect t="30857" b="33429"/>
          <a:stretch>
            <a:fillRect/>
          </a:stretch>
        </p:blipFill>
        <p:spPr>
          <a:xfrm>
            <a:off x="5990744" y="143352"/>
            <a:ext cx="1711823" cy="611366"/>
          </a:xfrm>
          <a:prstGeom prst="rect">
            <a:avLst/>
          </a:prstGeom>
        </p:spPr>
      </p:pic>
      <p:pic>
        <p:nvPicPr>
          <p:cNvPr id="13" name="Picture 12" descr="Malaviya National Institute of Technology, Jaipur - Wikipedia">
            <a:extLst>
              <a:ext uri="{FF2B5EF4-FFF2-40B4-BE49-F238E27FC236}">
                <a16:creationId xmlns:a16="http://schemas.microsoft.com/office/drawing/2014/main" id="{45F06C0B-3156-DB4E-276C-288A8B4BE86A}"/>
              </a:ext>
            </a:extLst>
          </p:cNvPr>
          <p:cNvPicPr>
            <a:picLocks noChangeAspect="1"/>
          </p:cNvPicPr>
          <p:nvPr/>
        </p:nvPicPr>
        <p:blipFill>
          <a:blip r:embed="rId5"/>
          <a:stretch>
            <a:fillRect/>
          </a:stretch>
        </p:blipFill>
        <p:spPr>
          <a:xfrm>
            <a:off x="8163773" y="143364"/>
            <a:ext cx="637374" cy="641580"/>
          </a:xfrm>
          <a:prstGeom prst="rect">
            <a:avLst/>
          </a:prstGeom>
        </p:spPr>
      </p:pic>
      <p:pic>
        <p:nvPicPr>
          <p:cNvPr id="14" name="Picture 13" descr="Conference Logo">
            <a:extLst>
              <a:ext uri="{FF2B5EF4-FFF2-40B4-BE49-F238E27FC236}">
                <a16:creationId xmlns:a16="http://schemas.microsoft.com/office/drawing/2014/main" id="{BEA69D85-9B01-730E-17C3-3B3D46AE1712}"/>
              </a:ext>
            </a:extLst>
          </p:cNvPr>
          <p:cNvPicPr>
            <a:picLocks noChangeAspect="1"/>
          </p:cNvPicPr>
          <p:nvPr/>
        </p:nvPicPr>
        <p:blipFill>
          <a:blip r:embed="rId6"/>
          <a:srcRect l="11400" t="19357" r="16053" b="16566"/>
          <a:stretch>
            <a:fillRect/>
          </a:stretch>
        </p:blipFill>
        <p:spPr>
          <a:xfrm>
            <a:off x="9415598" y="144088"/>
            <a:ext cx="2236744" cy="601935"/>
          </a:xfrm>
          <a:prstGeom prst="rect">
            <a:avLst/>
          </a:prstGeom>
        </p:spPr>
      </p:pic>
      <p:sp>
        <p:nvSpPr>
          <p:cNvPr id="15" name="Title 1">
            <a:extLst>
              <a:ext uri="{FF2B5EF4-FFF2-40B4-BE49-F238E27FC236}">
                <a16:creationId xmlns:a16="http://schemas.microsoft.com/office/drawing/2014/main" id="{3171ADD9-2F7D-F7DC-9AC3-40F1D08EF6DA}"/>
              </a:ext>
            </a:extLst>
          </p:cNvPr>
          <p:cNvSpPr txBox="1">
            <a:spLocks/>
          </p:cNvSpPr>
          <p:nvPr/>
        </p:nvSpPr>
        <p:spPr>
          <a:xfrm>
            <a:off x="1611085" y="1133771"/>
            <a:ext cx="8969829" cy="913550"/>
          </a:xfrm>
          <a:prstGeom prst="rect">
            <a:avLst/>
          </a:prstGeom>
        </p:spPr>
        <p:txBody>
          <a:bodyPr vert="horz" lIns="91440" tIns="45720" rIns="91440" bIns="4572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b="1" dirty="0">
                <a:solidFill>
                  <a:schemeClr val="accent1"/>
                </a:solidFill>
              </a:rPr>
              <a:t>7</a:t>
            </a:r>
            <a:r>
              <a:rPr lang="en-IN" sz="4000" b="1" baseline="30000" dirty="0">
                <a:solidFill>
                  <a:schemeClr val="accent1"/>
                </a:solidFill>
              </a:rPr>
              <a:t>th</a:t>
            </a:r>
            <a:r>
              <a:rPr lang="en-IN" sz="4000" b="1" dirty="0">
                <a:solidFill>
                  <a:schemeClr val="accent1"/>
                </a:solidFill>
              </a:rPr>
              <a:t> IEEE International Conference INDISCON 2026</a:t>
            </a:r>
          </a:p>
          <a:p>
            <a:r>
              <a:rPr lang="en-IN" sz="2000" b="1" dirty="0"/>
              <a:t> </a:t>
            </a:r>
          </a:p>
        </p:txBody>
      </p:sp>
      <p:sp>
        <p:nvSpPr>
          <p:cNvPr id="16" name="Title 1">
            <a:extLst>
              <a:ext uri="{FF2B5EF4-FFF2-40B4-BE49-F238E27FC236}">
                <a16:creationId xmlns:a16="http://schemas.microsoft.com/office/drawing/2014/main" id="{2B19630B-08C9-541F-AA5D-42348E180E32}"/>
              </a:ext>
            </a:extLst>
          </p:cNvPr>
          <p:cNvSpPr txBox="1">
            <a:spLocks/>
          </p:cNvSpPr>
          <p:nvPr/>
        </p:nvSpPr>
        <p:spPr>
          <a:xfrm>
            <a:off x="1382486" y="2930506"/>
            <a:ext cx="9144000" cy="1680188"/>
          </a:xfrm>
          <a:prstGeom prst="rect">
            <a:avLst/>
          </a:prstGeom>
        </p:spPr>
        <p:txBody>
          <a:bodyPr>
            <a:normAutofit fontScale="82500" lnSpcReduction="20000"/>
          </a:bodyPr>
          <a:lstStyle>
            <a:lvl1pPr algn="ctr" defTabSz="914400" rtl="0" eaLnBrk="1" latinLnBrk="0" hangingPunct="1">
              <a:lnSpc>
                <a:spcPct val="90000"/>
              </a:lnSpc>
              <a:spcBef>
                <a:spcPct val="0"/>
              </a:spcBef>
              <a:buNone/>
              <a:defRPr lang="en-IN" sz="4400" b="1" kern="1200" dirty="0">
                <a:solidFill>
                  <a:srgbClr val="19169B"/>
                </a:solidFill>
                <a:latin typeface="+mn-lt"/>
                <a:ea typeface="+mj-ea"/>
                <a:cs typeface="+mj-cs"/>
              </a:defRPr>
            </a:lvl1pPr>
          </a:lstStyle>
          <a:p>
            <a:r>
              <a:rPr lang="en-IN" sz="2800" dirty="0"/>
              <a:t>Paper Title:- XYZ</a:t>
            </a:r>
            <a:br>
              <a:rPr lang="en-IN" sz="2800" dirty="0"/>
            </a:br>
            <a:br>
              <a:rPr lang="en-IN" sz="2800" dirty="0"/>
            </a:br>
            <a:r>
              <a:rPr lang="en-IN" sz="2800" dirty="0"/>
              <a:t>Paper ID:- XYZ</a:t>
            </a:r>
            <a:br>
              <a:rPr lang="en-IN" sz="2800" dirty="0"/>
            </a:br>
            <a:br>
              <a:rPr lang="en-IN" sz="2800" dirty="0"/>
            </a:br>
            <a:r>
              <a:rPr lang="en-IN" sz="2800" dirty="0"/>
              <a:t>Authors  Name-XYZ</a:t>
            </a:r>
            <a:br>
              <a:rPr lang="en-IN" sz="2800" dirty="0"/>
            </a:br>
            <a:endParaRPr lang="en-IN" sz="2800" dirty="0"/>
          </a:p>
        </p:txBody>
      </p:sp>
      <p:sp>
        <p:nvSpPr>
          <p:cNvPr id="17" name="Subtitle 2">
            <a:extLst>
              <a:ext uri="{FF2B5EF4-FFF2-40B4-BE49-F238E27FC236}">
                <a16:creationId xmlns:a16="http://schemas.microsoft.com/office/drawing/2014/main" id="{D33564C6-9131-E45A-25E8-4ED89E4A4997}"/>
              </a:ext>
            </a:extLst>
          </p:cNvPr>
          <p:cNvSpPr txBox="1">
            <a:spLocks/>
          </p:cNvSpPr>
          <p:nvPr/>
        </p:nvSpPr>
        <p:spPr>
          <a:xfrm>
            <a:off x="1479097" y="4962218"/>
            <a:ext cx="9144000" cy="10127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ct val="20000"/>
              </a:spcBef>
              <a:buFont typeface="Arial" pitchFamily="34" charset="0"/>
              <a:buNone/>
              <a:defRPr sz="2000" kern="1200">
                <a:solidFill>
                  <a:schemeClr val="tx1">
                    <a:tint val="75000"/>
                  </a:schemeClr>
                </a:solidFill>
                <a:latin typeface="+mn-lt"/>
                <a:ea typeface="+mn-ea"/>
                <a:cs typeface="+mn-cs"/>
              </a:defRPr>
            </a:lvl9pPr>
          </a:lstStyle>
          <a:p>
            <a:pPr>
              <a:spcBef>
                <a:spcPct val="0"/>
              </a:spcBef>
            </a:pPr>
            <a:r>
              <a:rPr lang="en-US" sz="2000" b="1" dirty="0">
                <a:solidFill>
                  <a:schemeClr val="tx1"/>
                </a:solidFill>
                <a:latin typeface="Book Antiqua" pitchFamily="18" charset="0"/>
                <a:ea typeface="+mj-ea"/>
                <a:cs typeface="+mj-cs"/>
              </a:rPr>
              <a:t>Presented by: </a:t>
            </a:r>
            <a:r>
              <a:rPr lang="en-US" sz="2000" dirty="0">
                <a:solidFill>
                  <a:schemeClr val="tx1"/>
                </a:solidFill>
                <a:latin typeface="Book Antiqua" pitchFamily="18" charset="0"/>
                <a:ea typeface="+mj-ea"/>
                <a:cs typeface="+mj-cs"/>
              </a:rPr>
              <a:t>Name, Affiliation </a:t>
            </a:r>
          </a:p>
          <a:p>
            <a:pPr>
              <a:spcBef>
                <a:spcPct val="0"/>
              </a:spcBef>
            </a:pPr>
            <a:endParaRPr lang="en-US" sz="2000" dirty="0">
              <a:solidFill>
                <a:schemeClr val="tx1"/>
              </a:solidFill>
              <a:latin typeface="Book Antiqua" pitchFamily="18" charset="0"/>
              <a:ea typeface="+mj-ea"/>
              <a:cs typeface="+mj-cs"/>
            </a:endParaRPr>
          </a:p>
        </p:txBody>
      </p:sp>
    </p:spTree>
    <p:extLst>
      <p:ext uri="{BB962C8B-B14F-4D97-AF65-F5344CB8AC3E}">
        <p14:creationId xmlns:p14="http://schemas.microsoft.com/office/powerpoint/2010/main" val="3015061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4BC104-13D8-9E45-527E-5302B138578A}"/>
              </a:ext>
            </a:extLst>
          </p:cNvPr>
          <p:cNvSpPr>
            <a:spLocks noGrp="1"/>
          </p:cNvSpPr>
          <p:nvPr>
            <p:ph type="sldNum" sz="quarter" idx="4"/>
          </p:nvPr>
        </p:nvSpPr>
        <p:spPr/>
        <p:txBody>
          <a:bodyPr/>
          <a:lstStyle/>
          <a:p>
            <a:fld id="{88497066-A88D-4017-ADEF-4388CF386740}" type="slidenum">
              <a:rPr lang="en-IN" smtClean="0"/>
              <a:pPr/>
              <a:t>2</a:t>
            </a:fld>
            <a:endParaRPr lang="en-IN" dirty="0"/>
          </a:p>
        </p:txBody>
      </p:sp>
      <p:sp>
        <p:nvSpPr>
          <p:cNvPr id="2" name="Title 1">
            <a:extLst>
              <a:ext uri="{FF2B5EF4-FFF2-40B4-BE49-F238E27FC236}">
                <a16:creationId xmlns:a16="http://schemas.microsoft.com/office/drawing/2014/main" id="{D6FE51D4-C98D-4143-4BB1-BCF3FAE92A66}"/>
              </a:ext>
            </a:extLst>
          </p:cNvPr>
          <p:cNvSpPr>
            <a:spLocks noGrp="1"/>
          </p:cNvSpPr>
          <p:nvPr>
            <p:ph type="title" idx="4294967295"/>
          </p:nvPr>
        </p:nvSpPr>
        <p:spPr>
          <a:xfrm>
            <a:off x="734687" y="128775"/>
            <a:ext cx="10515600" cy="842962"/>
          </a:xfrm>
          <a:prstGeom prst="rect">
            <a:avLst/>
          </a:prstGeom>
        </p:spPr>
        <p:txBody>
          <a:bodyPr/>
          <a:lstStyle/>
          <a:p>
            <a:r>
              <a:rPr lang="en-US" dirty="0"/>
              <a:t>Presentation Outline</a:t>
            </a:r>
            <a:endParaRPr lang="en-IN" dirty="0"/>
          </a:p>
        </p:txBody>
      </p:sp>
      <p:sp>
        <p:nvSpPr>
          <p:cNvPr id="3" name="Content Placeholder 2">
            <a:extLst>
              <a:ext uri="{FF2B5EF4-FFF2-40B4-BE49-F238E27FC236}">
                <a16:creationId xmlns:a16="http://schemas.microsoft.com/office/drawing/2014/main" id="{AB050D0B-BDC3-F064-0EE3-91F1E8E7FEB9}"/>
              </a:ext>
            </a:extLst>
          </p:cNvPr>
          <p:cNvSpPr>
            <a:spLocks noGrp="1"/>
          </p:cNvSpPr>
          <p:nvPr>
            <p:ph idx="4294967295"/>
          </p:nvPr>
        </p:nvSpPr>
        <p:spPr>
          <a:xfrm>
            <a:off x="502024" y="1066799"/>
            <a:ext cx="11178988" cy="5110163"/>
          </a:xfrm>
          <a:prstGeom prst="rect">
            <a:avLst/>
          </a:prstGeom>
        </p:spPr>
        <p:txBody>
          <a:bodyPr/>
          <a:lstStyle/>
          <a:p>
            <a:r>
              <a:rPr lang="en-US" dirty="0"/>
              <a:t>Introduction</a:t>
            </a:r>
          </a:p>
          <a:p>
            <a:r>
              <a:rPr lang="en-US" dirty="0"/>
              <a:t>Background</a:t>
            </a:r>
          </a:p>
          <a:p>
            <a:r>
              <a:rPr lang="en-US" dirty="0"/>
              <a:t>Proposed Work</a:t>
            </a:r>
          </a:p>
          <a:p>
            <a:r>
              <a:rPr lang="en-US" dirty="0"/>
              <a:t>Dataset </a:t>
            </a:r>
            <a:r>
              <a:rPr lang="en-US" dirty="0">
                <a:sym typeface="Calibri"/>
              </a:rPr>
              <a:t>Description</a:t>
            </a:r>
          </a:p>
          <a:p>
            <a:r>
              <a:rPr lang="en-US" dirty="0">
                <a:sym typeface="Calibri"/>
              </a:rPr>
              <a:t>Performance Measures</a:t>
            </a:r>
          </a:p>
          <a:p>
            <a:r>
              <a:rPr lang="en-US" dirty="0">
                <a:sym typeface="Calibri"/>
              </a:rPr>
              <a:t>Results and Analysis</a:t>
            </a:r>
          </a:p>
          <a:p>
            <a:r>
              <a:rPr lang="en-US" dirty="0">
                <a:sym typeface="Calibri"/>
              </a:rPr>
              <a:t>Conclusion and Future Scope</a:t>
            </a:r>
          </a:p>
          <a:p>
            <a:r>
              <a:rPr lang="en-US" dirty="0">
                <a:sym typeface="Calibri"/>
              </a:rPr>
              <a:t>References</a:t>
            </a:r>
            <a:endParaRPr lang="en-IN" dirty="0"/>
          </a:p>
        </p:txBody>
      </p:sp>
      <p:sp>
        <p:nvSpPr>
          <p:cNvPr id="6"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4172150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8C5B87-6D12-1122-0B42-28FDC6281ED2}"/>
              </a:ext>
            </a:extLst>
          </p:cNvPr>
          <p:cNvSpPr>
            <a:spLocks noGrp="1"/>
          </p:cNvSpPr>
          <p:nvPr>
            <p:ph type="sldNum" sz="quarter" idx="4"/>
          </p:nvPr>
        </p:nvSpPr>
        <p:spPr/>
        <p:txBody>
          <a:bodyPr/>
          <a:lstStyle/>
          <a:p>
            <a:fld id="{88497066-A88D-4017-ADEF-4388CF386740}" type="slidenum">
              <a:rPr lang="en-IN" smtClean="0"/>
              <a:pPr/>
              <a:t>3</a:t>
            </a:fld>
            <a:endParaRPr lang="en-IN" dirty="0"/>
          </a:p>
        </p:txBody>
      </p:sp>
      <p:sp>
        <p:nvSpPr>
          <p:cNvPr id="2" name="Title 1">
            <a:extLst>
              <a:ext uri="{FF2B5EF4-FFF2-40B4-BE49-F238E27FC236}">
                <a16:creationId xmlns:a16="http://schemas.microsoft.com/office/drawing/2014/main" id="{5AE804A3-6E68-A58E-DACC-CB23A6780CC5}"/>
              </a:ext>
            </a:extLst>
          </p:cNvPr>
          <p:cNvSpPr>
            <a:spLocks noGrp="1"/>
          </p:cNvSpPr>
          <p:nvPr>
            <p:ph type="title" idx="4294967295"/>
          </p:nvPr>
        </p:nvSpPr>
        <p:spPr>
          <a:xfrm>
            <a:off x="0" y="30163"/>
            <a:ext cx="10515600" cy="842962"/>
          </a:xfrm>
          <a:prstGeom prst="rect">
            <a:avLst/>
          </a:prstGeo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692FC490-34BB-C24F-55D4-4D537B7A3A4E}"/>
              </a:ext>
            </a:extLst>
          </p:cNvPr>
          <p:cNvSpPr>
            <a:spLocks noGrp="1"/>
          </p:cNvSpPr>
          <p:nvPr>
            <p:ph idx="4294967295"/>
          </p:nvPr>
        </p:nvSpPr>
        <p:spPr>
          <a:xfrm>
            <a:off x="0" y="1012825"/>
            <a:ext cx="10515600" cy="5164138"/>
          </a:xfrm>
          <a:prstGeom prst="rect">
            <a:avLst/>
          </a:prstGeom>
        </p:spPr>
        <p:txBody>
          <a:bodyPr/>
          <a:lstStyle/>
          <a:p>
            <a:r>
              <a:rPr lang="en-US" dirty="0"/>
              <a:t>Behavioral and Data Trust Management Scheme for IoT</a:t>
            </a:r>
          </a:p>
          <a:p>
            <a:r>
              <a:rPr lang="en-US" dirty="0"/>
              <a:t>Trust is a measurable belief.</a:t>
            </a:r>
          </a:p>
          <a:p>
            <a:r>
              <a:rPr lang="en-US" dirty="0"/>
              <a:t>Trust is directed.</a:t>
            </a:r>
            <a:endParaRPr lang="en-IN" dirty="0"/>
          </a:p>
          <a:p>
            <a:endParaRPr lang="en-IN" dirty="0"/>
          </a:p>
        </p:txBody>
      </p:sp>
      <p:sp>
        <p:nvSpPr>
          <p:cNvPr id="7" name="TextBox 6">
            <a:extLst>
              <a:ext uri="{FF2B5EF4-FFF2-40B4-BE49-F238E27FC236}">
                <a16:creationId xmlns:a16="http://schemas.microsoft.com/office/drawing/2014/main" id="{BED2B6A6-DDD7-EAC8-B117-2EC80A3873E2}"/>
              </a:ext>
            </a:extLst>
          </p:cNvPr>
          <p:cNvSpPr txBox="1"/>
          <p:nvPr/>
        </p:nvSpPr>
        <p:spPr>
          <a:xfrm>
            <a:off x="1518557" y="5339343"/>
            <a:ext cx="9248970" cy="369332"/>
          </a:xfrm>
          <a:prstGeom prst="rect">
            <a:avLst/>
          </a:prstGeom>
          <a:noFill/>
        </p:spPr>
        <p:txBody>
          <a:bodyPr wrap="square">
            <a:spAutoFit/>
          </a:bodyPr>
          <a:lstStyle/>
          <a:p>
            <a:pPr algn="ctr"/>
            <a:r>
              <a:rPr lang="en-US" dirty="0">
                <a:solidFill>
                  <a:schemeClr val="bg1"/>
                </a:solidFill>
              </a:rPr>
              <a:t>7th International Conference MIND-2025, 12th – 14</a:t>
            </a:r>
            <a:r>
              <a:rPr lang="en-US" baseline="30000" dirty="0">
                <a:solidFill>
                  <a:schemeClr val="bg1"/>
                </a:solidFill>
              </a:rPr>
              <a:t>th</a:t>
            </a:r>
            <a:r>
              <a:rPr lang="en-US" dirty="0">
                <a:solidFill>
                  <a:schemeClr val="bg1"/>
                </a:solidFill>
              </a:rPr>
              <a:t> December 2025 | MNIT Jaipur, India</a:t>
            </a:r>
            <a:endParaRPr lang="en-IN" dirty="0">
              <a:solidFill>
                <a:schemeClr val="bg1"/>
              </a:solidFill>
            </a:endParaRPr>
          </a:p>
        </p:txBody>
      </p:sp>
      <p:sp>
        <p:nvSpPr>
          <p:cNvPr id="9"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2964387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902939-2352-AB7C-6586-EB57A0B38E7D}"/>
              </a:ext>
            </a:extLst>
          </p:cNvPr>
          <p:cNvSpPr>
            <a:spLocks noGrp="1"/>
          </p:cNvSpPr>
          <p:nvPr>
            <p:ph type="sldNum" sz="quarter" idx="4"/>
          </p:nvPr>
        </p:nvSpPr>
        <p:spPr/>
        <p:txBody>
          <a:bodyPr/>
          <a:lstStyle/>
          <a:p>
            <a:fld id="{88497066-A88D-4017-ADEF-4388CF386740}" type="slidenum">
              <a:rPr lang="en-IN" smtClean="0"/>
              <a:pPr/>
              <a:t>4</a:t>
            </a:fld>
            <a:endParaRPr lang="en-IN" dirty="0"/>
          </a:p>
        </p:txBody>
      </p:sp>
      <p:sp>
        <p:nvSpPr>
          <p:cNvPr id="2" name="Title 1">
            <a:extLst>
              <a:ext uri="{FF2B5EF4-FFF2-40B4-BE49-F238E27FC236}">
                <a16:creationId xmlns:a16="http://schemas.microsoft.com/office/drawing/2014/main" id="{3FF7539C-9E5B-B002-B31B-B60A6E5D6CBF}"/>
              </a:ext>
            </a:extLst>
          </p:cNvPr>
          <p:cNvSpPr>
            <a:spLocks noGrp="1"/>
          </p:cNvSpPr>
          <p:nvPr>
            <p:ph type="title" idx="4294967295"/>
          </p:nvPr>
        </p:nvSpPr>
        <p:spPr>
          <a:xfrm>
            <a:off x="0" y="30163"/>
            <a:ext cx="10515600" cy="842962"/>
          </a:xfrm>
          <a:prstGeom prst="rect">
            <a:avLst/>
          </a:prstGeom>
        </p:spPr>
        <p:txBody>
          <a:bodyPr/>
          <a:lstStyle/>
          <a:p>
            <a:r>
              <a:rPr lang="en-US" dirty="0"/>
              <a:t>Background</a:t>
            </a:r>
            <a:endParaRPr lang="en-IN" dirty="0"/>
          </a:p>
        </p:txBody>
      </p:sp>
      <p:sp>
        <p:nvSpPr>
          <p:cNvPr id="3" name="Content Placeholder 2">
            <a:extLst>
              <a:ext uri="{FF2B5EF4-FFF2-40B4-BE49-F238E27FC236}">
                <a16:creationId xmlns:a16="http://schemas.microsoft.com/office/drawing/2014/main" id="{CC97B3F0-8F9F-86B6-E094-70320942E6CB}"/>
              </a:ext>
            </a:extLst>
          </p:cNvPr>
          <p:cNvSpPr>
            <a:spLocks noGrp="1"/>
          </p:cNvSpPr>
          <p:nvPr>
            <p:ph idx="4294967295"/>
          </p:nvPr>
        </p:nvSpPr>
        <p:spPr>
          <a:xfrm>
            <a:off x="0" y="1012825"/>
            <a:ext cx="10515600" cy="5164138"/>
          </a:xfrm>
          <a:prstGeom prst="rect">
            <a:avLst/>
          </a:prstGeom>
        </p:spPr>
        <p:txBody>
          <a:bodyPr/>
          <a:lstStyle/>
          <a:p>
            <a:r>
              <a:rPr lang="en-US" altLang="en-US" dirty="0"/>
              <a:t>Basic Properties of Trust Relations</a:t>
            </a:r>
            <a:endParaRPr lang="en-IN" dirty="0"/>
          </a:p>
          <a:p>
            <a:r>
              <a:rPr lang="en-US" altLang="en-US" dirty="0"/>
              <a:t>Trust</a:t>
            </a:r>
          </a:p>
          <a:p>
            <a:pPr lvl="1"/>
            <a:r>
              <a:rPr lang="en-US" altLang="en-US" dirty="0"/>
              <a:t>Reliance on the character, ability, strength, or truth of someone or something</a:t>
            </a:r>
          </a:p>
          <a:p>
            <a:endParaRPr lang="en-IN" dirty="0"/>
          </a:p>
        </p:txBody>
      </p:sp>
      <p:sp>
        <p:nvSpPr>
          <p:cNvPr id="6"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1169672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F784EF-1440-32E2-B3F5-4DA3531F0BA7}"/>
              </a:ext>
            </a:extLst>
          </p:cNvPr>
          <p:cNvSpPr>
            <a:spLocks noGrp="1"/>
          </p:cNvSpPr>
          <p:nvPr>
            <p:ph type="sldNum" sz="quarter" idx="4"/>
          </p:nvPr>
        </p:nvSpPr>
        <p:spPr/>
        <p:txBody>
          <a:bodyPr/>
          <a:lstStyle/>
          <a:p>
            <a:fld id="{88497066-A88D-4017-ADEF-4388CF386740}" type="slidenum">
              <a:rPr lang="en-IN" smtClean="0"/>
              <a:pPr/>
              <a:t>5</a:t>
            </a:fld>
            <a:endParaRPr lang="en-IN" dirty="0"/>
          </a:p>
        </p:txBody>
      </p:sp>
      <p:sp>
        <p:nvSpPr>
          <p:cNvPr id="2" name="Title 1">
            <a:extLst>
              <a:ext uri="{FF2B5EF4-FFF2-40B4-BE49-F238E27FC236}">
                <a16:creationId xmlns:a16="http://schemas.microsoft.com/office/drawing/2014/main" id="{A5B2C7F4-BE76-7517-5F2C-9AF8B07A3764}"/>
              </a:ext>
            </a:extLst>
          </p:cNvPr>
          <p:cNvSpPr>
            <a:spLocks noGrp="1"/>
          </p:cNvSpPr>
          <p:nvPr>
            <p:ph type="title" idx="4294967295"/>
          </p:nvPr>
        </p:nvSpPr>
        <p:spPr>
          <a:xfrm>
            <a:off x="0" y="30163"/>
            <a:ext cx="10515600" cy="842962"/>
          </a:xfrm>
          <a:prstGeom prst="rect">
            <a:avLst/>
          </a:prstGeom>
        </p:spPr>
        <p:txBody>
          <a:bodyPr/>
          <a:lstStyle/>
          <a:p>
            <a:r>
              <a:rPr lang="en-US" dirty="0"/>
              <a:t>Proposed Work</a:t>
            </a:r>
            <a:endParaRPr lang="en-IN" dirty="0"/>
          </a:p>
        </p:txBody>
      </p:sp>
      <p:sp>
        <p:nvSpPr>
          <p:cNvPr id="3" name="Content Placeholder 2">
            <a:extLst>
              <a:ext uri="{FF2B5EF4-FFF2-40B4-BE49-F238E27FC236}">
                <a16:creationId xmlns:a16="http://schemas.microsoft.com/office/drawing/2014/main" id="{E02CCC8F-949E-3E89-E08B-0604B1BB675D}"/>
              </a:ext>
            </a:extLst>
          </p:cNvPr>
          <p:cNvSpPr>
            <a:spLocks noGrp="1"/>
          </p:cNvSpPr>
          <p:nvPr>
            <p:ph idx="4294967295"/>
          </p:nvPr>
        </p:nvSpPr>
        <p:spPr>
          <a:xfrm>
            <a:off x="0" y="1012825"/>
            <a:ext cx="10515600" cy="5164138"/>
          </a:xfrm>
          <a:prstGeom prst="rect">
            <a:avLst/>
          </a:prstGeom>
        </p:spPr>
        <p:txBody>
          <a:bodyPr/>
          <a:lstStyle/>
          <a:p>
            <a:r>
              <a:rPr lang="en-US" dirty="0"/>
              <a:t>Influence of previously observed trust + recent observations </a:t>
            </a:r>
          </a:p>
          <a:p>
            <a:pPr lvl="1"/>
            <a:r>
              <a:rPr lang="en-US" dirty="0"/>
              <a:t>to effectively capture dynamics of devices.</a:t>
            </a:r>
          </a:p>
          <a:p>
            <a:endParaRPr lang="en-IN" dirty="0"/>
          </a:p>
        </p:txBody>
      </p:sp>
      <p:grpSp>
        <p:nvGrpSpPr>
          <p:cNvPr id="6" name="Group 5">
            <a:extLst>
              <a:ext uri="{FF2B5EF4-FFF2-40B4-BE49-F238E27FC236}">
                <a16:creationId xmlns:a16="http://schemas.microsoft.com/office/drawing/2014/main" id="{D59040E2-9FF0-EDDC-A8BA-7EB4FDD9FCAC}"/>
              </a:ext>
            </a:extLst>
          </p:cNvPr>
          <p:cNvGrpSpPr/>
          <p:nvPr/>
        </p:nvGrpSpPr>
        <p:grpSpPr>
          <a:xfrm>
            <a:off x="3778915" y="1996751"/>
            <a:ext cx="4634170" cy="3594026"/>
            <a:chOff x="3135373" y="1579955"/>
            <a:chExt cx="5921253" cy="4827462"/>
          </a:xfrm>
        </p:grpSpPr>
        <p:pic>
          <p:nvPicPr>
            <p:cNvPr id="7" name="Picture 6" descr="BD-Trust Model&#10;">
              <a:extLst>
                <a:ext uri="{FF2B5EF4-FFF2-40B4-BE49-F238E27FC236}">
                  <a16:creationId xmlns:a16="http://schemas.microsoft.com/office/drawing/2014/main" id="{8FAE0724-3E94-1721-EC4C-7295B6BCDB23}"/>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135373" y="1579955"/>
              <a:ext cx="5921253" cy="4336156"/>
            </a:xfrm>
            <a:prstGeom prst="rect">
              <a:avLst/>
            </a:prstGeom>
          </p:spPr>
        </p:pic>
        <p:sp>
          <p:nvSpPr>
            <p:cNvPr id="8" name="TextBox 7">
              <a:extLst>
                <a:ext uri="{FF2B5EF4-FFF2-40B4-BE49-F238E27FC236}">
                  <a16:creationId xmlns:a16="http://schemas.microsoft.com/office/drawing/2014/main" id="{9DA345C3-3963-40FA-AFCA-EB6CD9305DDE}"/>
                </a:ext>
              </a:extLst>
            </p:cNvPr>
            <p:cNvSpPr txBox="1"/>
            <p:nvPr/>
          </p:nvSpPr>
          <p:spPr>
            <a:xfrm>
              <a:off x="3205688" y="5911334"/>
              <a:ext cx="5850938" cy="496083"/>
            </a:xfrm>
            <a:prstGeom prst="rect">
              <a:avLst/>
            </a:prstGeom>
            <a:noFill/>
          </p:spPr>
          <p:txBody>
            <a:bodyPr wrap="square" rtlCol="0">
              <a:spAutoFit/>
            </a:bodyPr>
            <a:lstStyle/>
            <a:p>
              <a:pPr algn="ctr"/>
              <a:r>
                <a:rPr lang="en-IN" b="1" dirty="0"/>
                <a:t>Fig. 1:</a:t>
              </a:r>
              <a:r>
                <a:rPr lang="en-IN" dirty="0"/>
                <a:t> ZZZ Model</a:t>
              </a:r>
            </a:p>
          </p:txBody>
        </p:sp>
      </p:grpSp>
      <p:sp>
        <p:nvSpPr>
          <p:cNvPr id="9"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3314365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7E752A-8127-D5BB-284C-3D274C11883C}"/>
              </a:ext>
            </a:extLst>
          </p:cNvPr>
          <p:cNvSpPr>
            <a:spLocks noGrp="1"/>
          </p:cNvSpPr>
          <p:nvPr>
            <p:ph type="sldNum" sz="quarter" idx="4"/>
          </p:nvPr>
        </p:nvSpPr>
        <p:spPr/>
        <p:txBody>
          <a:bodyPr/>
          <a:lstStyle/>
          <a:p>
            <a:fld id="{88497066-A88D-4017-ADEF-4388CF386740}" type="slidenum">
              <a:rPr lang="en-IN" smtClean="0"/>
              <a:pPr/>
              <a:t>6</a:t>
            </a:fld>
            <a:endParaRPr lang="en-IN" dirty="0"/>
          </a:p>
        </p:txBody>
      </p:sp>
      <p:sp>
        <p:nvSpPr>
          <p:cNvPr id="2" name="Title 1">
            <a:extLst>
              <a:ext uri="{FF2B5EF4-FFF2-40B4-BE49-F238E27FC236}">
                <a16:creationId xmlns:a16="http://schemas.microsoft.com/office/drawing/2014/main" id="{ECBEC511-1818-C934-80BF-0092D9CF6491}"/>
              </a:ext>
            </a:extLst>
          </p:cNvPr>
          <p:cNvSpPr>
            <a:spLocks noGrp="1"/>
          </p:cNvSpPr>
          <p:nvPr>
            <p:ph type="title" idx="4294967295"/>
          </p:nvPr>
        </p:nvSpPr>
        <p:spPr>
          <a:xfrm>
            <a:off x="0" y="30163"/>
            <a:ext cx="10515600" cy="842962"/>
          </a:xfrm>
          <a:prstGeom prst="rect">
            <a:avLst/>
          </a:prstGeom>
        </p:spPr>
        <p:txBody>
          <a:bodyPr/>
          <a:lstStyle/>
          <a:p>
            <a:r>
              <a:rPr lang="en-US" dirty="0"/>
              <a:t>Proposed Work</a:t>
            </a:r>
            <a:endParaRPr lang="en-IN" dirty="0"/>
          </a:p>
        </p:txBody>
      </p:sp>
      <p:sp>
        <p:nvSpPr>
          <p:cNvPr id="3" name="Content Placeholder 2">
            <a:extLst>
              <a:ext uri="{FF2B5EF4-FFF2-40B4-BE49-F238E27FC236}">
                <a16:creationId xmlns:a16="http://schemas.microsoft.com/office/drawing/2014/main" id="{1C4AF1BC-9FF8-0D6C-4E37-EB8F5B99656A}"/>
              </a:ext>
            </a:extLst>
          </p:cNvPr>
          <p:cNvSpPr>
            <a:spLocks noGrp="1"/>
          </p:cNvSpPr>
          <p:nvPr>
            <p:ph idx="4294967295"/>
          </p:nvPr>
        </p:nvSpPr>
        <p:spPr>
          <a:xfrm>
            <a:off x="582706" y="976966"/>
            <a:ext cx="10515600" cy="5164138"/>
          </a:xfrm>
          <a:prstGeom prst="rect">
            <a:avLst/>
          </a:prstGeom>
        </p:spPr>
        <p:txBody>
          <a:bodyPr/>
          <a:lstStyle/>
          <a:p>
            <a:r>
              <a:rPr lang="en-IN" dirty="0"/>
              <a:t>Computation Module</a:t>
            </a:r>
          </a:p>
          <a:p>
            <a:pPr lvl="1"/>
            <a:r>
              <a:rPr lang="en-IN" dirty="0"/>
              <a:t>The value of trust at time t for</a:t>
            </a:r>
          </a:p>
          <a:p>
            <a:pPr lvl="2"/>
            <a:r>
              <a:rPr lang="en-US" dirty="0"/>
              <a:t>Window </a:t>
            </a:r>
            <a:r>
              <a:rPr lang="en-US" dirty="0" err="1"/>
              <a:t>Δt</a:t>
            </a:r>
            <a:r>
              <a:rPr lang="en-US" dirty="0"/>
              <a:t> with Nij transactions</a:t>
            </a:r>
          </a:p>
          <a:p>
            <a:endParaRPr lang="en-IN" dirty="0"/>
          </a:p>
        </p:txBody>
      </p:sp>
      <p:pic>
        <p:nvPicPr>
          <p:cNvPr id="6" name="Picture 5">
            <a:extLst>
              <a:ext uri="{FF2B5EF4-FFF2-40B4-BE49-F238E27FC236}">
                <a16:creationId xmlns:a16="http://schemas.microsoft.com/office/drawing/2014/main" id="{A0FCE4F1-4745-D857-EBBB-378F5B126953}"/>
              </a:ext>
            </a:extLst>
          </p:cNvPr>
          <p:cNvPicPr>
            <a:picLocks noChangeAspect="1"/>
          </p:cNvPicPr>
          <p:nvPr/>
        </p:nvPicPr>
        <p:blipFill>
          <a:blip r:embed="rId2"/>
          <a:stretch>
            <a:fillRect/>
          </a:stretch>
        </p:blipFill>
        <p:spPr>
          <a:xfrm>
            <a:off x="2160873" y="2505257"/>
            <a:ext cx="5057881" cy="457254"/>
          </a:xfrm>
          <a:prstGeom prst="rect">
            <a:avLst/>
          </a:prstGeom>
        </p:spPr>
      </p:pic>
      <p:sp>
        <p:nvSpPr>
          <p:cNvPr id="7"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2655903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8CD1D0-7967-E56E-1116-A8EC820784EF}"/>
              </a:ext>
            </a:extLst>
          </p:cNvPr>
          <p:cNvSpPr>
            <a:spLocks noGrp="1"/>
          </p:cNvSpPr>
          <p:nvPr>
            <p:ph type="sldNum" sz="quarter" idx="4"/>
          </p:nvPr>
        </p:nvSpPr>
        <p:spPr/>
        <p:txBody>
          <a:bodyPr/>
          <a:lstStyle/>
          <a:p>
            <a:fld id="{88497066-A88D-4017-ADEF-4388CF386740}" type="slidenum">
              <a:rPr lang="en-IN" smtClean="0"/>
              <a:pPr/>
              <a:t>7</a:t>
            </a:fld>
            <a:endParaRPr lang="en-IN" dirty="0"/>
          </a:p>
        </p:txBody>
      </p:sp>
      <p:sp>
        <p:nvSpPr>
          <p:cNvPr id="2" name="Title 1">
            <a:extLst>
              <a:ext uri="{FF2B5EF4-FFF2-40B4-BE49-F238E27FC236}">
                <a16:creationId xmlns:a16="http://schemas.microsoft.com/office/drawing/2014/main" id="{A8A29281-7A8D-64BA-E58D-C598543CD5F4}"/>
              </a:ext>
            </a:extLst>
          </p:cNvPr>
          <p:cNvSpPr>
            <a:spLocks noGrp="1"/>
          </p:cNvSpPr>
          <p:nvPr>
            <p:ph type="title" idx="4294967295"/>
          </p:nvPr>
        </p:nvSpPr>
        <p:spPr>
          <a:xfrm>
            <a:off x="0" y="30163"/>
            <a:ext cx="10515600" cy="842962"/>
          </a:xfrm>
          <a:prstGeom prst="rect">
            <a:avLst/>
          </a:prstGeom>
        </p:spPr>
        <p:txBody>
          <a:bodyPr/>
          <a:lstStyle/>
          <a:p>
            <a:r>
              <a:rPr lang="en-US" dirty="0"/>
              <a:t>Dataset Description</a:t>
            </a:r>
            <a:endParaRPr lang="en-IN" dirty="0"/>
          </a:p>
        </p:txBody>
      </p:sp>
      <p:sp>
        <p:nvSpPr>
          <p:cNvPr id="3" name="Content Placeholder 2">
            <a:extLst>
              <a:ext uri="{FF2B5EF4-FFF2-40B4-BE49-F238E27FC236}">
                <a16:creationId xmlns:a16="http://schemas.microsoft.com/office/drawing/2014/main" id="{CA265F26-E0B2-CB29-CA99-30A69F5762B0}"/>
              </a:ext>
            </a:extLst>
          </p:cNvPr>
          <p:cNvSpPr>
            <a:spLocks noGrp="1"/>
          </p:cNvSpPr>
          <p:nvPr>
            <p:ph idx="4294967295"/>
          </p:nvPr>
        </p:nvSpPr>
        <p:spPr>
          <a:xfrm>
            <a:off x="307418" y="1012825"/>
            <a:ext cx="10515600" cy="5164138"/>
          </a:xfrm>
          <a:prstGeom prst="rect">
            <a:avLst/>
          </a:prstGeom>
        </p:spPr>
        <p:txBody>
          <a:bodyPr>
            <a:normAutofit fontScale="92500" lnSpcReduction="20000"/>
          </a:bodyPr>
          <a:lstStyle/>
          <a:p>
            <a:pPr lvl="0"/>
            <a:r>
              <a:rPr lang="en-US" dirty="0"/>
              <a:t>The dataset comprises 36 recording of multichannel EEG corresponding to 36 subjects at the time of mental arithmetic task. Out of 36 subjects, 26 are Good Counter and 10 are Bad Counter. </a:t>
            </a:r>
          </a:p>
          <a:p>
            <a:pPr lvl="0"/>
            <a:endParaRPr lang="en-US" dirty="0"/>
          </a:p>
          <a:p>
            <a:pPr lvl="0"/>
            <a:r>
              <a:rPr lang="en-US" dirty="0">
                <a:sym typeface="Calibri"/>
              </a:rPr>
              <a:t>The EEG signal is recorded with the help of a device named </a:t>
            </a:r>
            <a:r>
              <a:rPr lang="en-US" dirty="0" err="1">
                <a:sym typeface="Calibri"/>
              </a:rPr>
              <a:t>Neurocom</a:t>
            </a:r>
            <a:r>
              <a:rPr lang="en-US" dirty="0">
                <a:sym typeface="Calibri"/>
              </a:rPr>
              <a:t> Monopolar EEG 23-channel system. </a:t>
            </a:r>
          </a:p>
          <a:p>
            <a:pPr lvl="0"/>
            <a:endParaRPr lang="en-US" dirty="0">
              <a:sym typeface="Calibri"/>
            </a:endParaRPr>
          </a:p>
          <a:p>
            <a:pPr lvl="0"/>
            <a:r>
              <a:rPr lang="en-US" dirty="0">
                <a:sym typeface="Calibri"/>
              </a:rPr>
              <a:t>The EEG signals are recorded for 61 seconds with a sampling frequency of 500 Hz</a:t>
            </a:r>
          </a:p>
          <a:p>
            <a:pPr lvl="0"/>
            <a:endParaRPr lang="en-US" dirty="0">
              <a:sym typeface="Calibri"/>
            </a:endParaRPr>
          </a:p>
          <a:p>
            <a:pPr lvl="0"/>
            <a:r>
              <a:rPr lang="en-US" dirty="0">
                <a:sym typeface="Calibri"/>
              </a:rPr>
              <a:t>The shape of the matrix for a single subject is 19*31000. The shape of the matrix is reshaped. The new shape of the matrix is 760*775 where each channel’s signal is divided into 40 equal parts and arranged consecutively to form the new shape. This is done to make shape of the matrix symmetric</a:t>
            </a:r>
          </a:p>
          <a:p>
            <a:endParaRPr lang="en-IN" dirty="0"/>
          </a:p>
        </p:txBody>
      </p:sp>
      <p:sp>
        <p:nvSpPr>
          <p:cNvPr id="6"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3425514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745E7D-027E-AD29-1937-8BF0DA47B749}"/>
              </a:ext>
            </a:extLst>
          </p:cNvPr>
          <p:cNvSpPr>
            <a:spLocks noGrp="1"/>
          </p:cNvSpPr>
          <p:nvPr>
            <p:ph type="sldNum" sz="quarter" idx="4"/>
          </p:nvPr>
        </p:nvSpPr>
        <p:spPr/>
        <p:txBody>
          <a:bodyPr/>
          <a:lstStyle/>
          <a:p>
            <a:fld id="{88497066-A88D-4017-ADEF-4388CF386740}" type="slidenum">
              <a:rPr lang="en-IN" smtClean="0"/>
              <a:pPr/>
              <a:t>8</a:t>
            </a:fld>
            <a:endParaRPr lang="en-IN" dirty="0"/>
          </a:p>
        </p:txBody>
      </p:sp>
      <p:sp>
        <p:nvSpPr>
          <p:cNvPr id="2" name="Title 1">
            <a:extLst>
              <a:ext uri="{FF2B5EF4-FFF2-40B4-BE49-F238E27FC236}">
                <a16:creationId xmlns:a16="http://schemas.microsoft.com/office/drawing/2014/main" id="{849D2377-C16C-A101-E825-A2896A201A4E}"/>
              </a:ext>
            </a:extLst>
          </p:cNvPr>
          <p:cNvSpPr>
            <a:spLocks noGrp="1"/>
          </p:cNvSpPr>
          <p:nvPr>
            <p:ph type="title" idx="4294967295"/>
          </p:nvPr>
        </p:nvSpPr>
        <p:spPr>
          <a:xfrm>
            <a:off x="0" y="30163"/>
            <a:ext cx="10515600" cy="842962"/>
          </a:xfrm>
          <a:prstGeom prst="rect">
            <a:avLst/>
          </a:prstGeom>
        </p:spPr>
        <p:txBody>
          <a:bodyPr/>
          <a:lstStyle/>
          <a:p>
            <a:r>
              <a:rPr lang="en-US"/>
              <a:t>Performance Measures</a:t>
            </a:r>
            <a:endParaRPr lang="en-IN" dirty="0"/>
          </a:p>
        </p:txBody>
      </p:sp>
      <p:sp>
        <p:nvSpPr>
          <p:cNvPr id="3" name="Content Placeholder 2">
            <a:extLst>
              <a:ext uri="{FF2B5EF4-FFF2-40B4-BE49-F238E27FC236}">
                <a16:creationId xmlns:a16="http://schemas.microsoft.com/office/drawing/2014/main" id="{D64E02DC-6033-C2BB-468D-A3CD4A2134F4}"/>
              </a:ext>
            </a:extLst>
          </p:cNvPr>
          <p:cNvSpPr>
            <a:spLocks noGrp="1"/>
          </p:cNvSpPr>
          <p:nvPr>
            <p:ph idx="4294967295"/>
          </p:nvPr>
        </p:nvSpPr>
        <p:spPr>
          <a:xfrm>
            <a:off x="307418" y="1012825"/>
            <a:ext cx="10515600" cy="5164138"/>
          </a:xfrm>
          <a:prstGeom prst="rect">
            <a:avLst/>
          </a:prstGeom>
        </p:spPr>
        <p:txBody>
          <a:bodyPr/>
          <a:lstStyle/>
          <a:p>
            <a:pPr lvl="0"/>
            <a:r>
              <a:rPr lang="en-US" noProof="0" dirty="0">
                <a:sym typeface="Calibri"/>
              </a:rPr>
              <a:t>There are different performance measures used to compare the different architectures of CNN, such as Accuracy, Precision, Recall, Area Under Curve, and F1-score.</a:t>
            </a:r>
          </a:p>
          <a:p>
            <a:pPr lvl="1"/>
            <a:r>
              <a:rPr lang="en-US" noProof="0" dirty="0">
                <a:sym typeface="Calibri"/>
              </a:rPr>
              <a:t>Accuracy (ACC): </a:t>
            </a:r>
          </a:p>
          <a:p>
            <a:pPr lvl="1"/>
            <a:r>
              <a:rPr lang="en-US" noProof="0" dirty="0">
                <a:sym typeface="Calibri"/>
              </a:rPr>
              <a:t>ACC = (TP + TN) / (TP + TN + FP + FN),                                  (1)</a:t>
            </a:r>
          </a:p>
          <a:p>
            <a:pPr lvl="1"/>
            <a:r>
              <a:rPr lang="en-US" noProof="0" dirty="0">
                <a:sym typeface="Calibri"/>
              </a:rPr>
              <a:t>Precision (PR)/ (Positive Predictive Value (PPV)):</a:t>
            </a:r>
          </a:p>
          <a:p>
            <a:pPr lvl="1"/>
            <a:r>
              <a:rPr lang="en-US" noProof="0" dirty="0">
                <a:sym typeface="Calibri"/>
              </a:rPr>
              <a:t>TPR = TP / (TP + FP),               	                                            (2)</a:t>
            </a:r>
          </a:p>
          <a:p>
            <a:endParaRPr lang="en-IN" dirty="0"/>
          </a:p>
        </p:txBody>
      </p:sp>
      <p:sp>
        <p:nvSpPr>
          <p:cNvPr id="6"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112755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7C27E8-ED02-107E-9D05-9728BE2755AE}"/>
              </a:ext>
            </a:extLst>
          </p:cNvPr>
          <p:cNvSpPr>
            <a:spLocks noGrp="1"/>
          </p:cNvSpPr>
          <p:nvPr>
            <p:ph type="sldNum" sz="quarter" idx="4"/>
          </p:nvPr>
        </p:nvSpPr>
        <p:spPr/>
        <p:txBody>
          <a:bodyPr/>
          <a:lstStyle/>
          <a:p>
            <a:fld id="{88497066-A88D-4017-ADEF-4388CF386740}" type="slidenum">
              <a:rPr lang="en-IN" smtClean="0"/>
              <a:pPr/>
              <a:t>9</a:t>
            </a:fld>
            <a:endParaRPr lang="en-IN" dirty="0"/>
          </a:p>
        </p:txBody>
      </p:sp>
      <p:sp>
        <p:nvSpPr>
          <p:cNvPr id="2" name="Title 1">
            <a:extLst>
              <a:ext uri="{FF2B5EF4-FFF2-40B4-BE49-F238E27FC236}">
                <a16:creationId xmlns:a16="http://schemas.microsoft.com/office/drawing/2014/main" id="{A0D39E4F-AB77-A3E2-837D-1AD9EA3DE80B}"/>
              </a:ext>
            </a:extLst>
          </p:cNvPr>
          <p:cNvSpPr>
            <a:spLocks noGrp="1"/>
          </p:cNvSpPr>
          <p:nvPr>
            <p:ph type="title" idx="4294967295"/>
          </p:nvPr>
        </p:nvSpPr>
        <p:spPr>
          <a:xfrm>
            <a:off x="484094" y="99614"/>
            <a:ext cx="10515600" cy="842962"/>
          </a:xfrm>
          <a:prstGeom prst="rect">
            <a:avLst/>
          </a:prstGeom>
        </p:spPr>
        <p:txBody>
          <a:bodyPr/>
          <a:lstStyle/>
          <a:p>
            <a:r>
              <a:rPr lang="en-US" dirty="0"/>
              <a:t>Results and Analysis</a:t>
            </a:r>
            <a:endParaRPr lang="en-IN" dirty="0"/>
          </a:p>
        </p:txBody>
      </p:sp>
      <p:pic>
        <p:nvPicPr>
          <p:cNvPr id="10" name="Content Placeholder 9">
            <a:extLst>
              <a:ext uri="{FF2B5EF4-FFF2-40B4-BE49-F238E27FC236}">
                <a16:creationId xmlns:a16="http://schemas.microsoft.com/office/drawing/2014/main" id="{C485DE4F-65AA-F2BB-C01A-2CD05781B8F1}"/>
              </a:ext>
            </a:extLst>
          </p:cNvPr>
          <p:cNvPicPr>
            <a:picLocks noGrp="1" noChangeAspect="1"/>
          </p:cNvPicPr>
          <p:nvPr>
            <p:ph idx="4294967295"/>
          </p:nvPr>
        </p:nvPicPr>
        <p:blipFill>
          <a:blip r:embed="rId2"/>
          <a:stretch>
            <a:fillRect/>
          </a:stretch>
        </p:blipFill>
        <p:spPr>
          <a:xfrm>
            <a:off x="1203325" y="2692351"/>
            <a:ext cx="8108950" cy="1982788"/>
          </a:xfrm>
          <a:prstGeom prst="rect">
            <a:avLst/>
          </a:prstGeom>
          <a:noFill/>
          <a:ln>
            <a:noFill/>
          </a:ln>
        </p:spPr>
      </p:pic>
      <p:sp>
        <p:nvSpPr>
          <p:cNvPr id="7" name="Google Shape;95;g10726b74125_0_85">
            <a:extLst>
              <a:ext uri="{FF2B5EF4-FFF2-40B4-BE49-F238E27FC236}">
                <a16:creationId xmlns:a16="http://schemas.microsoft.com/office/drawing/2014/main" id="{CF83B959-6F6F-B8F2-4367-9A835ED015E0}"/>
              </a:ext>
            </a:extLst>
          </p:cNvPr>
          <p:cNvSpPr txBox="1"/>
          <p:nvPr/>
        </p:nvSpPr>
        <p:spPr>
          <a:xfrm>
            <a:off x="1359159" y="1292353"/>
            <a:ext cx="9150000" cy="859500"/>
          </a:xfrm>
          <a:prstGeom prst="rect">
            <a:avLst/>
          </a:prstGeom>
          <a:noFill/>
          <a:ln>
            <a:noFill/>
          </a:ln>
        </p:spPr>
        <p:txBody>
          <a:bodyPr spcFirstLastPara="1" wrap="square" lIns="91425" tIns="91425" rIns="91425" bIns="91425" anchor="ctr" anchorCtr="0">
            <a:noAutofit/>
          </a:bodyPr>
          <a:lstStyle/>
          <a:p>
            <a:pPr>
              <a:lnSpc>
                <a:spcPct val="115000"/>
              </a:lnSpc>
              <a:spcBef>
                <a:spcPts val="1200"/>
              </a:spcBef>
              <a:spcAft>
                <a:spcPts val="1200"/>
              </a:spcAft>
              <a:buClr>
                <a:srgbClr val="000000"/>
              </a:buClr>
              <a:buFont typeface="Arial"/>
              <a:buNone/>
            </a:pPr>
            <a:r>
              <a:rPr lang="en-US" sz="2000" b="1" kern="0" dirty="0">
                <a:solidFill>
                  <a:srgbClr val="000000"/>
                </a:solidFill>
                <a:ea typeface="Calibri"/>
                <a:cs typeface="Calibri"/>
                <a:sym typeface="Calibri"/>
              </a:rPr>
              <a:t>Table 1. Performance Measures for numbers of filters 32 in the architecture</a:t>
            </a:r>
            <a:endParaRPr sz="2000" b="1" kern="0" dirty="0">
              <a:solidFill>
                <a:srgbClr val="000000"/>
              </a:solidFill>
              <a:ea typeface="Calibri"/>
              <a:cs typeface="Calibri"/>
              <a:sym typeface="Calibri"/>
            </a:endParaRPr>
          </a:p>
        </p:txBody>
      </p:sp>
      <p:sp>
        <p:nvSpPr>
          <p:cNvPr id="8"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3875907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9061CB-892B-E1D9-B5D6-59803D045047}"/>
              </a:ext>
            </a:extLst>
          </p:cNvPr>
          <p:cNvSpPr>
            <a:spLocks noGrp="1"/>
          </p:cNvSpPr>
          <p:nvPr>
            <p:ph type="sldNum" sz="quarter" idx="4"/>
          </p:nvPr>
        </p:nvSpPr>
        <p:spPr/>
        <p:txBody>
          <a:bodyPr/>
          <a:lstStyle/>
          <a:p>
            <a:fld id="{88497066-A88D-4017-ADEF-4388CF386740}" type="slidenum">
              <a:rPr lang="en-IN" smtClean="0"/>
              <a:pPr/>
              <a:t>10</a:t>
            </a:fld>
            <a:endParaRPr lang="en-IN" dirty="0"/>
          </a:p>
        </p:txBody>
      </p:sp>
      <p:sp>
        <p:nvSpPr>
          <p:cNvPr id="2" name="Title 1">
            <a:extLst>
              <a:ext uri="{FF2B5EF4-FFF2-40B4-BE49-F238E27FC236}">
                <a16:creationId xmlns:a16="http://schemas.microsoft.com/office/drawing/2014/main" id="{F2415BD4-65A2-40C3-3AC3-5CBAF8655122}"/>
              </a:ext>
            </a:extLst>
          </p:cNvPr>
          <p:cNvSpPr>
            <a:spLocks noGrp="1"/>
          </p:cNvSpPr>
          <p:nvPr>
            <p:ph type="title" idx="4294967295"/>
          </p:nvPr>
        </p:nvSpPr>
        <p:spPr>
          <a:xfrm>
            <a:off x="0" y="30163"/>
            <a:ext cx="10515600" cy="842962"/>
          </a:xfrm>
          <a:prstGeom prst="rect">
            <a:avLst/>
          </a:prstGeom>
        </p:spPr>
        <p:txBody>
          <a:bodyPr/>
          <a:lstStyle/>
          <a:p>
            <a:r>
              <a:rPr lang="en-US" dirty="0"/>
              <a:t>Conclusions and Future Scope</a:t>
            </a:r>
            <a:endParaRPr lang="en-IN" dirty="0"/>
          </a:p>
        </p:txBody>
      </p:sp>
      <p:sp>
        <p:nvSpPr>
          <p:cNvPr id="3" name="Content Placeholder 2">
            <a:extLst>
              <a:ext uri="{FF2B5EF4-FFF2-40B4-BE49-F238E27FC236}">
                <a16:creationId xmlns:a16="http://schemas.microsoft.com/office/drawing/2014/main" id="{69D89275-E552-05C6-CF04-1D36D8B4F035}"/>
              </a:ext>
            </a:extLst>
          </p:cNvPr>
          <p:cNvSpPr>
            <a:spLocks noGrp="1"/>
          </p:cNvSpPr>
          <p:nvPr>
            <p:ph idx="4294967295"/>
          </p:nvPr>
        </p:nvSpPr>
        <p:spPr>
          <a:xfrm>
            <a:off x="654423" y="994896"/>
            <a:ext cx="10515600" cy="5164138"/>
          </a:xfrm>
          <a:prstGeom prst="rect">
            <a:avLst/>
          </a:prstGeom>
        </p:spPr>
        <p:txBody>
          <a:bodyPr>
            <a:normAutofit lnSpcReduction="10000"/>
          </a:bodyPr>
          <a:lstStyle/>
          <a:p>
            <a:pPr lvl="0"/>
            <a:r>
              <a:rPr lang="en-US" dirty="0">
                <a:sym typeface="Calibri"/>
              </a:rPr>
              <a:t>In this study, a single convolution layer based 2D-CNN architecture is used to classify total 36 subjects into Good counter and Bad counter based on the EEG signals recorded during mental task. </a:t>
            </a:r>
          </a:p>
          <a:p>
            <a:pPr lvl="0"/>
            <a:r>
              <a:rPr lang="en-US" dirty="0">
                <a:sym typeface="Calibri"/>
              </a:rPr>
              <a:t>The various parameters of CNN like no. of filters, kernel size, and stride length are varied to find the optimum architecture which gives the best performance. </a:t>
            </a:r>
          </a:p>
          <a:p>
            <a:pPr lvl="0"/>
            <a:r>
              <a:rPr lang="en-US" dirty="0">
                <a:sym typeface="Calibri"/>
              </a:rPr>
              <a:t>The best accuracy of 97.22% is achieved for kernel size 3, no. of filters 16, and stride size 2 when using hold-out validation. The same architecture when used with leave-one-subject-out validation gives accuracy of 94.44%.</a:t>
            </a:r>
          </a:p>
          <a:p>
            <a:pPr lvl="0"/>
            <a:r>
              <a:rPr lang="en-US" dirty="0">
                <a:sym typeface="Calibri"/>
              </a:rPr>
              <a:t>In future this work will be extended using data augmentation techniques for generating new data samples in order to make number of samples balanced in both the classes. </a:t>
            </a:r>
          </a:p>
          <a:p>
            <a:pPr lvl="0"/>
            <a:endParaRPr lang="en-US" dirty="0">
              <a:sym typeface="Calibri"/>
            </a:endParaRPr>
          </a:p>
          <a:p>
            <a:endParaRPr lang="en-IN" dirty="0"/>
          </a:p>
        </p:txBody>
      </p:sp>
      <p:sp>
        <p:nvSpPr>
          <p:cNvPr id="6"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2420774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CBFEC1-AA54-C8D8-29B4-D36132CF3652}"/>
              </a:ext>
            </a:extLst>
          </p:cNvPr>
          <p:cNvSpPr>
            <a:spLocks noGrp="1"/>
          </p:cNvSpPr>
          <p:nvPr>
            <p:ph type="sldNum" sz="quarter" idx="4"/>
          </p:nvPr>
        </p:nvSpPr>
        <p:spPr/>
        <p:txBody>
          <a:bodyPr/>
          <a:lstStyle/>
          <a:p>
            <a:fld id="{88497066-A88D-4017-ADEF-4388CF386740}" type="slidenum">
              <a:rPr lang="en-IN" smtClean="0"/>
              <a:pPr/>
              <a:t>11</a:t>
            </a:fld>
            <a:endParaRPr lang="en-IN" dirty="0"/>
          </a:p>
        </p:txBody>
      </p:sp>
      <p:sp>
        <p:nvSpPr>
          <p:cNvPr id="2" name="Title 1">
            <a:extLst>
              <a:ext uri="{FF2B5EF4-FFF2-40B4-BE49-F238E27FC236}">
                <a16:creationId xmlns:a16="http://schemas.microsoft.com/office/drawing/2014/main" id="{4214EB9B-5963-BE49-D87E-6F2ACAAE8EFD}"/>
              </a:ext>
            </a:extLst>
          </p:cNvPr>
          <p:cNvSpPr>
            <a:spLocks noGrp="1"/>
          </p:cNvSpPr>
          <p:nvPr>
            <p:ph type="title" idx="4294967295"/>
          </p:nvPr>
        </p:nvSpPr>
        <p:spPr>
          <a:xfrm>
            <a:off x="448235" y="107110"/>
            <a:ext cx="10515600" cy="842962"/>
          </a:xfrm>
          <a:prstGeom prst="rect">
            <a:avLst/>
          </a:prstGeom>
        </p:spPr>
        <p:txBody>
          <a:bodyPr/>
          <a:lstStyle/>
          <a:p>
            <a:r>
              <a:rPr lang="en-US" dirty="0"/>
              <a:t>References</a:t>
            </a:r>
            <a:endParaRPr lang="en-IN" dirty="0"/>
          </a:p>
        </p:txBody>
      </p:sp>
      <p:sp>
        <p:nvSpPr>
          <p:cNvPr id="8" name="Content Placeholder 7">
            <a:extLst>
              <a:ext uri="{FF2B5EF4-FFF2-40B4-BE49-F238E27FC236}">
                <a16:creationId xmlns:a16="http://schemas.microsoft.com/office/drawing/2014/main" id="{9D015EF5-3191-59F7-6389-059DEAD0BE81}"/>
              </a:ext>
            </a:extLst>
          </p:cNvPr>
          <p:cNvSpPr>
            <a:spLocks noGrp="1"/>
          </p:cNvSpPr>
          <p:nvPr>
            <p:ph idx="4294967295"/>
          </p:nvPr>
        </p:nvSpPr>
        <p:spPr>
          <a:xfrm>
            <a:off x="448235" y="985931"/>
            <a:ext cx="10515600" cy="5164138"/>
          </a:xfrm>
          <a:prstGeom prst="rect">
            <a:avLst/>
          </a:prstGeom>
        </p:spPr>
        <p:txBody>
          <a:bodyPr/>
          <a:lstStyle/>
          <a:p>
            <a:pPr marL="514350" indent="-514350">
              <a:buFont typeface="+mj-lt"/>
              <a:buAutoNum type="arabicParenR"/>
            </a:pPr>
            <a:r>
              <a:rPr lang="en-IN" dirty="0"/>
              <a:t> </a:t>
            </a:r>
          </a:p>
          <a:p>
            <a:pPr marL="514350" indent="-514350">
              <a:buFont typeface="+mj-lt"/>
              <a:buAutoNum type="arabicParenR"/>
            </a:pPr>
            <a:r>
              <a:rPr lang="en-IN" dirty="0"/>
              <a:t> </a:t>
            </a:r>
          </a:p>
          <a:p>
            <a:pPr marL="514350" indent="-514350">
              <a:buFont typeface="+mj-lt"/>
              <a:buAutoNum type="arabicParenR"/>
            </a:pPr>
            <a:r>
              <a:rPr lang="en-IN" dirty="0"/>
              <a:t> </a:t>
            </a:r>
          </a:p>
          <a:p>
            <a:pPr marL="514350" indent="-514350">
              <a:buFont typeface="+mj-lt"/>
              <a:buAutoNum type="arabicParenR"/>
            </a:pPr>
            <a:endParaRPr lang="en-IN" dirty="0"/>
          </a:p>
        </p:txBody>
      </p:sp>
      <p:sp>
        <p:nvSpPr>
          <p:cNvPr id="6" name="Footer Placeholder 4">
            <a:extLst>
              <a:ext uri="{FF2B5EF4-FFF2-40B4-BE49-F238E27FC236}">
                <a16:creationId xmlns:a16="http://schemas.microsoft.com/office/drawing/2014/main" id="{EE5D78E5-08D3-6C61-3535-F5CCE486ACAD}"/>
              </a:ext>
            </a:extLst>
          </p:cNvPr>
          <p:cNvSpPr txBox="1">
            <a:spLocks/>
          </p:cNvSpPr>
          <p:nvPr/>
        </p:nvSpPr>
        <p:spPr>
          <a:xfrm>
            <a:off x="838200" y="6494366"/>
            <a:ext cx="10516340" cy="365125"/>
          </a:xfrm>
          <a:prstGeom prst="rect">
            <a:avLst/>
          </a:prstGeom>
        </p:spPr>
        <p:txBody>
          <a:bodyP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7th IEEE International Conference INDISCON 2026, 11th – 13th September  2026 | MNIT Jaipur, India</a:t>
            </a:r>
            <a:endParaRPr lang="en-IN" dirty="0"/>
          </a:p>
        </p:txBody>
      </p:sp>
    </p:spTree>
    <p:extLst>
      <p:ext uri="{BB962C8B-B14F-4D97-AF65-F5344CB8AC3E}">
        <p14:creationId xmlns:p14="http://schemas.microsoft.com/office/powerpoint/2010/main" val="134835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3"/>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b="25248"/>
          <a:stretch/>
        </p:blipFill>
        <p:spPr>
          <a:xfrm>
            <a:off x="0" y="1719263"/>
            <a:ext cx="12204700" cy="5138737"/>
          </a:xfrm>
          <a:prstGeom prst="rect">
            <a:avLst/>
          </a:prstGeom>
        </p:spPr>
      </p:pic>
      <p:sp>
        <p:nvSpPr>
          <p:cNvPr id="18" name="TextBox 17">
            <a:extLst>
              <a:ext uri="{FF2B5EF4-FFF2-40B4-BE49-F238E27FC236}">
                <a16:creationId xmlns:a16="http://schemas.microsoft.com/office/drawing/2014/main" id="{B21DD78D-F5B6-B0EE-EC29-3401AFE95AD7}"/>
              </a:ext>
            </a:extLst>
          </p:cNvPr>
          <p:cNvSpPr txBox="1"/>
          <p:nvPr/>
        </p:nvSpPr>
        <p:spPr>
          <a:xfrm>
            <a:off x="7200" y="2565000"/>
            <a:ext cx="12127120" cy="1015663"/>
          </a:xfrm>
          <a:prstGeom prst="rect">
            <a:avLst/>
          </a:prstGeom>
          <a:noFill/>
        </p:spPr>
        <p:txBody>
          <a:bodyPr wrap="square" rtlCol="0">
            <a:spAutoFit/>
          </a:bodyPr>
          <a:lstStyle/>
          <a:p>
            <a:pPr algn="ctr"/>
            <a:r>
              <a:rPr lang="en-IN" sz="6000" b="1" dirty="0">
                <a:solidFill>
                  <a:srgbClr val="B8BBF9"/>
                </a:solidFill>
                <a:latin typeface="Proxima Nova"/>
                <a:cs typeface="Poppins" panose="00000800000000000000" pitchFamily="2" charset="0"/>
              </a:rPr>
              <a:t>THANK YOU</a:t>
            </a:r>
            <a:endParaRPr lang="en-IN" sz="3200" b="1" dirty="0">
              <a:solidFill>
                <a:srgbClr val="B8BBF9"/>
              </a:solidFill>
              <a:latin typeface="Proxima Nova"/>
              <a:cs typeface="Poppins" panose="00000800000000000000" pitchFamily="2" charset="0"/>
            </a:endParaRPr>
          </a:p>
        </p:txBody>
      </p:sp>
      <p:pic>
        <p:nvPicPr>
          <p:cNvPr id="5" name="Picture 4" descr="IEEE Master Brand Blue">
            <a:extLst>
              <a:ext uri="{FF2B5EF4-FFF2-40B4-BE49-F238E27FC236}">
                <a16:creationId xmlns:a16="http://schemas.microsoft.com/office/drawing/2014/main" id="{568E51A5-E3BF-2CC4-C5D7-77834140F5C5}"/>
              </a:ext>
            </a:extLst>
          </p:cNvPr>
          <p:cNvPicPr>
            <a:picLocks noChangeAspect="1"/>
          </p:cNvPicPr>
          <p:nvPr/>
        </p:nvPicPr>
        <p:blipFill>
          <a:blip r:embed="rId3"/>
          <a:stretch>
            <a:fillRect/>
          </a:stretch>
        </p:blipFill>
        <p:spPr>
          <a:xfrm>
            <a:off x="433523" y="175216"/>
            <a:ext cx="1789068" cy="529565"/>
          </a:xfrm>
          <a:prstGeom prst="rect">
            <a:avLst/>
          </a:prstGeom>
        </p:spPr>
      </p:pic>
      <p:pic>
        <p:nvPicPr>
          <p:cNvPr id="6" name="Picture 5">
            <a:extLst>
              <a:ext uri="{FF2B5EF4-FFF2-40B4-BE49-F238E27FC236}">
                <a16:creationId xmlns:a16="http://schemas.microsoft.com/office/drawing/2014/main" id="{F3AD6F27-A966-1431-A180-48410A5FBD83}"/>
              </a:ext>
            </a:extLst>
          </p:cNvPr>
          <p:cNvPicPr>
            <a:picLocks noChangeAspect="1"/>
          </p:cNvPicPr>
          <p:nvPr/>
        </p:nvPicPr>
        <p:blipFill>
          <a:blip r:embed="rId4"/>
          <a:stretch>
            <a:fillRect/>
          </a:stretch>
        </p:blipFill>
        <p:spPr>
          <a:xfrm>
            <a:off x="3075040" y="210313"/>
            <a:ext cx="2378907" cy="436399"/>
          </a:xfrm>
          <a:prstGeom prst="rect">
            <a:avLst/>
          </a:prstGeom>
        </p:spPr>
      </p:pic>
      <p:pic>
        <p:nvPicPr>
          <p:cNvPr id="7" name="Picture 6" descr="IEEE Rajasthan Subsection (@ieeeraj) / Posts / X">
            <a:extLst>
              <a:ext uri="{FF2B5EF4-FFF2-40B4-BE49-F238E27FC236}">
                <a16:creationId xmlns:a16="http://schemas.microsoft.com/office/drawing/2014/main" id="{5494C794-A05D-A6AE-9513-0D28D230D072}"/>
              </a:ext>
            </a:extLst>
          </p:cNvPr>
          <p:cNvPicPr>
            <a:picLocks noChangeAspect="1"/>
          </p:cNvPicPr>
          <p:nvPr/>
        </p:nvPicPr>
        <p:blipFill>
          <a:blip r:embed="rId5"/>
          <a:srcRect t="30857" b="33429"/>
          <a:stretch>
            <a:fillRect/>
          </a:stretch>
        </p:blipFill>
        <p:spPr>
          <a:xfrm>
            <a:off x="5990744" y="143352"/>
            <a:ext cx="1711823" cy="611366"/>
          </a:xfrm>
          <a:prstGeom prst="rect">
            <a:avLst/>
          </a:prstGeom>
        </p:spPr>
      </p:pic>
      <p:pic>
        <p:nvPicPr>
          <p:cNvPr id="8" name="Picture 7" descr="Malaviya National Institute of Technology, Jaipur - Wikipedia">
            <a:extLst>
              <a:ext uri="{FF2B5EF4-FFF2-40B4-BE49-F238E27FC236}">
                <a16:creationId xmlns:a16="http://schemas.microsoft.com/office/drawing/2014/main" id="{45F06C0B-3156-DB4E-276C-288A8B4BE86A}"/>
              </a:ext>
            </a:extLst>
          </p:cNvPr>
          <p:cNvPicPr>
            <a:picLocks noChangeAspect="1"/>
          </p:cNvPicPr>
          <p:nvPr/>
        </p:nvPicPr>
        <p:blipFill>
          <a:blip r:embed="rId6"/>
          <a:stretch>
            <a:fillRect/>
          </a:stretch>
        </p:blipFill>
        <p:spPr>
          <a:xfrm>
            <a:off x="8163773" y="143364"/>
            <a:ext cx="637374" cy="641580"/>
          </a:xfrm>
          <a:prstGeom prst="rect">
            <a:avLst/>
          </a:prstGeom>
        </p:spPr>
      </p:pic>
      <p:pic>
        <p:nvPicPr>
          <p:cNvPr id="9" name="Picture 8" descr="Conference Logo">
            <a:extLst>
              <a:ext uri="{FF2B5EF4-FFF2-40B4-BE49-F238E27FC236}">
                <a16:creationId xmlns:a16="http://schemas.microsoft.com/office/drawing/2014/main" id="{BEA69D85-9B01-730E-17C3-3B3D46AE1712}"/>
              </a:ext>
            </a:extLst>
          </p:cNvPr>
          <p:cNvPicPr>
            <a:picLocks noChangeAspect="1"/>
          </p:cNvPicPr>
          <p:nvPr/>
        </p:nvPicPr>
        <p:blipFill>
          <a:blip r:embed="rId7"/>
          <a:srcRect l="11400" t="19357" r="16053" b="16566"/>
          <a:stretch>
            <a:fillRect/>
          </a:stretch>
        </p:blipFill>
        <p:spPr>
          <a:xfrm>
            <a:off x="9415598" y="144088"/>
            <a:ext cx="2236744" cy="601935"/>
          </a:xfrm>
          <a:prstGeom prst="rect">
            <a:avLst/>
          </a:prstGeom>
        </p:spPr>
      </p:pic>
    </p:spTree>
    <p:extLst>
      <p:ext uri="{BB962C8B-B14F-4D97-AF65-F5344CB8AC3E}">
        <p14:creationId xmlns:p14="http://schemas.microsoft.com/office/powerpoint/2010/main" val="1835027962"/>
      </p:ext>
    </p:extLst>
  </p:cSld>
  <p:clrMapOvr>
    <a:masterClrMapping/>
  </p:clrMapOvr>
</p:sld>
</file>

<file path=ppt/theme/theme1.xml><?xml version="1.0" encoding="utf-8"?>
<a:theme xmlns:a="http://schemas.openxmlformats.org/drawingml/2006/main" name="1_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1007</TotalTime>
  <Words>706</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Book Antiqua</vt:lpstr>
      <vt:lpstr>Calibri</vt:lpstr>
      <vt:lpstr>Proxima Nova</vt:lpstr>
      <vt:lpstr>1_title</vt:lpstr>
      <vt:lpstr>PowerPoint Presentation</vt:lpstr>
      <vt:lpstr>Presentation Outline</vt:lpstr>
      <vt:lpstr>Introduction</vt:lpstr>
      <vt:lpstr>Background</vt:lpstr>
      <vt:lpstr>Proposed Work</vt:lpstr>
      <vt:lpstr>Proposed Work</vt:lpstr>
      <vt:lpstr>Dataset Description</vt:lpstr>
      <vt:lpstr>Performance Measures</vt:lpstr>
      <vt:lpstr>Results and Analysis</vt:lpstr>
      <vt:lpstr>Conclusions and 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Arka Prokash Mazumdar</dc:creator>
  <cp:lastModifiedBy>Namita Mittal</cp:lastModifiedBy>
  <cp:revision>17</cp:revision>
  <dcterms:created xsi:type="dcterms:W3CDTF">2023-12-05T10:31:21Z</dcterms:created>
  <dcterms:modified xsi:type="dcterms:W3CDTF">2026-09-04T13:34:09Z</dcterms:modified>
</cp:coreProperties>
</file>